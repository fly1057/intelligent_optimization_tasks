
<file path=[Content_Types].xml><?xml version="1.0" encoding="utf-8"?>
<Types xmlns="http://schemas.openxmlformats.org/package/2006/content-types">
  <Default Extension="jpeg" ContentType="image/jpeg"/>
  <Default Extension="png" ContentType="image/png"/>
  <Default Extension="bmp" ContentType="image/bmp"/>
  <Default Extension="gif" ContentType="image/gif"/>
  <Default Extension="tiff" ContentType="image/tiff"/>
  <Default Extension="wmf" ContentType="image/wmf"/>
  <Default Extension="emf" ContentType="image/emf"/>
  <Default Extension="svg" ContentType="image/svg+xml"/>
  <Default Extension="rels" ContentType="application/vnd.openxmlformats-package.relationships+xml"/>
  <Default Extension="xml" ContentType="application/xml"/>
  <Default Extension="jpg" ContentType="application/octet-stream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Type="http://schemas.openxmlformats.org/package/2006/relationships/metadata/core-properties" Id="rId3" Target="docProps/core.xml"/>
  <Relationship Type="http://schemas.openxmlformats.org/package/2006/relationships/metadata/thumbnail" Id="rId2" Target="docProps/thumbnail.jpeg"/>
  <Relationship Type="http://schemas.openxmlformats.org/officeDocument/2006/relationships/officeDocument" Id="rId1" Target="ppt/presentation.xml"/>
  <Relationship Type="http://schemas.openxmlformats.org/officeDocument/2006/relationships/extended-properties" Id="rId4" Target="docProps/app.xml"/>
</Relationships>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zh-CN"/>
    </a:defPPr>
    <a:lvl1pPr algn="l" defTabSz="914400" marL="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marL="4572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marL="9144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marL="13716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marL="18288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marL="22860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marL="27432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marL="32004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marL="3657600" latinLnBrk="0" hangingPunct="1" eaLnBrk="1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
  <Relationship Type="http://schemas.openxmlformats.org/officeDocument/2006/relationships/slideMaster" Id="rId1" Target="slideMasters/slideMaster1.xml"/>
  <Relationship Type="http://schemas.openxmlformats.org/officeDocument/2006/relationships/tableStyles" Id="rId2" Target="tableStyles.xml"/>
  <Relationship Type="http://schemas.openxmlformats.org/officeDocument/2006/relationships/theme" Id="rId3" Target="theme/theme1.xml"/>
  <Relationship Type="http://schemas.openxmlformats.org/officeDocument/2006/relationships/viewProps" Id="rId4" Target="viewProps.xml"/>
  <Relationship Type="http://schemas.openxmlformats.org/officeDocument/2006/relationships/presProps" Id="rId5" Target="presProps.xml"/>
  <Relationship Type="http://schemas.openxmlformats.org/officeDocument/2006/relationships/slide" Id="rId6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53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3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5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0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6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0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33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2013/7/23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1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0DB7-6E48-4466-B7A9-24611520A472}" type="datetimeFigureOut">
              <a:rPr lang="zh-CN" altLang="en-US" smtClean="0"/>
              <a:t>2013/8/19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6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Type="http://schemas.openxmlformats.org/officeDocument/2006/relationships/slideLayout" Id="rId1" Target="../slideLayouts/slideLayout1.xml"/>
</Relationships>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name="页-1" id="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正方形" id="102"/>
          <p:cNvSpPr/>
          <p:nvPr/>
        </p:nvSpPr>
        <p:spPr>
          <a:xfrm>
            <a:off x="3231527" y="2988982"/>
            <a:ext cx="337512" cy="337512"/>
          </a:xfrm>
          <a:custGeom>
            <a:avLst/>
            <a:gdLst>
              <a:gd name="connsiteX0" fmla="*/ 0 w 337512"/>
              <a:gd name="connsiteY0" fmla="*/ 168756 h 337512"/>
              <a:gd name="connsiteX1" fmla="*/ 168756 w 337512"/>
              <a:gd name="connsiteY1" fmla="*/ 0 h 337512"/>
              <a:gd name="connsiteX2" fmla="*/ 337512 w 337512"/>
              <a:gd name="connsiteY2" fmla="*/ 168756 h 337512"/>
              <a:gd name="connsiteX3" fmla="*/ 168756 w 337512"/>
              <a:gd name="connsiteY3" fmla="*/ 337512 h 337512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r="r" l="l" b="b" t="t"/>
            <a:pathLst>
              <a:path w="337512" h="337512" stroke="false">
                <a:moveTo>
                  <a:pt x="337512" y="337512"/>
                </a:moveTo>
                <a:lnTo>
                  <a:pt x="337512" y="0"/>
                </a:lnTo>
                <a:lnTo>
                  <a:pt x="0" y="0"/>
                </a:lnTo>
                <a:lnTo>
                  <a:pt x="0" y="337512"/>
                </a:lnTo>
                <a:lnTo>
                  <a:pt x="337512" y="337512"/>
                </a:lnTo>
                <a:close/>
              </a:path>
              <a:path w="337512" h="337512" fill="none">
                <a:moveTo>
                  <a:pt x="337512" y="337512"/>
                </a:moveTo>
                <a:lnTo>
                  <a:pt x="337512" y="0"/>
                </a:lnTo>
                <a:lnTo>
                  <a:pt x="0" y="0"/>
                </a:lnTo>
                <a:lnTo>
                  <a:pt x="0" y="337512"/>
                </a:lnTo>
                <a:lnTo>
                  <a:pt x="337512" y="337512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  <p:txBody>
          <a:bodyPr tIns="38100" rtlCol="0" rIns="38100" anchor="ctr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通讯</a:t>
            </a:r>
          </a:p>
        </p:txBody>
      </p:sp>
      <p:sp>
        <p:nvSpPr>
          <p:cNvPr name="正方形" id="103"/>
          <p:cNvSpPr/>
          <p:nvPr/>
        </p:nvSpPr>
        <p:spPr>
          <a:xfrm>
            <a:off x="4287149" y="2818714"/>
            <a:ext cx="553428" cy="678047"/>
          </a:xfrm>
          <a:custGeom>
            <a:avLst/>
            <a:gdLst>
              <a:gd name="connsiteX0" fmla="*/ 0 w 553428"/>
              <a:gd name="connsiteY0" fmla="*/ 339024 h 678047"/>
              <a:gd name="connsiteX1" fmla="*/ 276714 w 553428"/>
              <a:gd name="connsiteY1" fmla="*/ 0 h 678047"/>
              <a:gd name="connsiteX2" fmla="*/ 553428 w 553428"/>
              <a:gd name="connsiteY2" fmla="*/ 339024 h 678047"/>
              <a:gd name="connsiteX3" fmla="*/ 276714 w 553428"/>
              <a:gd name="connsiteY3" fmla="*/ 678047 h 678047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r="r" l="l" b="b" t="t"/>
            <a:pathLst>
              <a:path w="553428" h="678047" stroke="false">
                <a:moveTo>
                  <a:pt x="553428" y="678047"/>
                </a:moveTo>
                <a:lnTo>
                  <a:pt x="553428" y="0"/>
                </a:lnTo>
                <a:lnTo>
                  <a:pt x="0" y="0"/>
                </a:lnTo>
                <a:lnTo>
                  <a:pt x="0" y="678047"/>
                </a:lnTo>
                <a:lnTo>
                  <a:pt x="553428" y="678047"/>
                </a:lnTo>
                <a:close/>
              </a:path>
              <a:path w="553428" h="678047" fill="none">
                <a:moveTo>
                  <a:pt x="553428" y="678047"/>
                </a:moveTo>
                <a:lnTo>
                  <a:pt x="553428" y="0"/>
                </a:lnTo>
                <a:lnTo>
                  <a:pt x="0" y="0"/>
                </a:lnTo>
                <a:lnTo>
                  <a:pt x="0" y="678047"/>
                </a:lnTo>
                <a:lnTo>
                  <a:pt x="553428" y="678047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  <p:txBody>
          <a:bodyPr tIns="38100" rtlCol="0" rIns="38100" anchor="ctr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数据库</a:t>
            </a:r>
          </a:p>
        </p:txBody>
      </p:sp>
      <p:sp>
        <p:nvSpPr>
          <p:cNvPr name="ConnectLine" id="104"/>
          <p:cNvSpPr/>
          <p:nvPr/>
        </p:nvSpPr>
        <p:spPr>
          <a:xfrm>
            <a:off x="3569039" y="3157738"/>
            <a:ext cx="718110" cy="7600"/>
          </a:xfrm>
          <a:custGeom>
            <a:avLst/>
            <a:gdLst/>
            <a:ahLst/>
            <a:cxnLst/>
            <a:rect r="r" l="l" b="b" t="t"/>
            <a:pathLst>
              <a:path w="718110" h="7600" fill="none">
                <a:moveTo>
                  <a:pt x="0" y="0"/>
                </a:moveTo>
                <a:lnTo>
                  <a:pt x="718110" y="0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  <p:sp>
        <p:nvSpPr>
          <p:cNvPr name="正方形" id="105"/>
          <p:cNvSpPr/>
          <p:nvPr/>
        </p:nvSpPr>
        <p:spPr>
          <a:xfrm>
            <a:off x="4287149" y="3757360"/>
            <a:ext cx="553428" cy="678048"/>
          </a:xfrm>
          <a:custGeom>
            <a:avLst/>
            <a:gdLst>
              <a:gd name="connsiteX0" fmla="*/ 0 w 553428"/>
              <a:gd name="connsiteY0" fmla="*/ 339024 h 678048"/>
              <a:gd name="connsiteX1" fmla="*/ 276714 w 553428"/>
              <a:gd name="connsiteY1" fmla="*/ 0 h 678048"/>
              <a:gd name="connsiteX2" fmla="*/ 553428 w 553428"/>
              <a:gd name="connsiteY2" fmla="*/ 339024 h 678048"/>
              <a:gd name="connsiteX3" fmla="*/ 276714 w 553428"/>
              <a:gd name="connsiteY3" fmla="*/ 678048 h 678048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r="r" l="l" b="b" t="t"/>
            <a:pathLst>
              <a:path w="553428" h="678048" stroke="false">
                <a:moveTo>
                  <a:pt x="553428" y="678048"/>
                </a:moveTo>
                <a:lnTo>
                  <a:pt x="553428" y="0"/>
                </a:lnTo>
                <a:lnTo>
                  <a:pt x="0" y="0"/>
                </a:lnTo>
                <a:lnTo>
                  <a:pt x="0" y="678048"/>
                </a:lnTo>
                <a:lnTo>
                  <a:pt x="553428" y="678048"/>
                </a:lnTo>
                <a:close/>
              </a:path>
              <a:path w="553428" h="678048" fill="none">
                <a:moveTo>
                  <a:pt x="553428" y="678048"/>
                </a:moveTo>
                <a:lnTo>
                  <a:pt x="553428" y="0"/>
                </a:lnTo>
                <a:lnTo>
                  <a:pt x="0" y="0"/>
                </a:lnTo>
                <a:lnTo>
                  <a:pt x="0" y="678048"/>
                </a:lnTo>
                <a:lnTo>
                  <a:pt x="553428" y="678048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  <p:txBody>
          <a:bodyPr tIns="38100" rtlCol="0" rIns="38100" anchor="ctr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计算程序</a:t>
            </a:r>
          </a:p>
        </p:txBody>
      </p:sp>
      <p:sp>
        <p:nvSpPr>
          <p:cNvPr name="ConnectLine" id="106"/>
          <p:cNvSpPr/>
          <p:nvPr/>
        </p:nvSpPr>
        <p:spPr>
          <a:xfrm>
            <a:off x="4563863" y="3496761"/>
            <a:ext cx="7600" cy="260598"/>
          </a:xfrm>
          <a:custGeom>
            <a:avLst/>
            <a:gdLst/>
            <a:ahLst/>
            <a:cxnLst/>
            <a:rect r="r" l="l" b="b" t="t"/>
            <a:pathLst>
              <a:path w="7600" h="260598" fill="none">
                <a:moveTo>
                  <a:pt x="0" y="0"/>
                </a:moveTo>
                <a:lnTo>
                  <a:pt x="0" y="260598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  <p:sp>
        <p:nvSpPr>
          <p:cNvPr name="ConnectLine" id="107"/>
          <p:cNvSpPr/>
          <p:nvPr/>
        </p:nvSpPr>
        <p:spPr>
          <a:xfrm>
            <a:off x="4840577" y="3157738"/>
            <a:ext cx="205375" cy="938646"/>
          </a:xfrm>
          <a:custGeom>
            <a:avLst/>
            <a:gdLst/>
            <a:ahLst/>
            <a:cxnLst/>
            <a:rect r="r" l="l" b="b" t="t"/>
            <a:pathLst>
              <a:path w="205375" h="938646" fill="none">
                <a:moveTo>
                  <a:pt x="0" y="938646"/>
                </a:moveTo>
                <a:lnTo>
                  <a:pt x="205375" y="938646"/>
                </a:lnTo>
                <a:lnTo>
                  <a:pt x="205375" y="0"/>
                </a:lnTo>
                <a:lnTo>
                  <a:pt x="0" y="0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  <p:sp>
        <p:nvSpPr>
          <p:cNvPr name="ConnectLine" id="108"/>
          <p:cNvSpPr/>
          <p:nvPr/>
        </p:nvSpPr>
        <p:spPr>
          <a:xfrm>
            <a:off x="3400283" y="3333495"/>
            <a:ext cx="886866" cy="762888"/>
          </a:xfrm>
          <a:custGeom>
            <a:avLst/>
            <a:gdLst/>
            <a:ahLst/>
            <a:cxnLst/>
            <a:rect r="r" l="l" b="b" t="t"/>
            <a:pathLst>
              <a:path w="886866" h="762888" fill="none">
                <a:moveTo>
                  <a:pt x="886866" y="762888"/>
                </a:moveTo>
                <a:lnTo>
                  <a:pt x="0" y="762888"/>
                </a:lnTo>
                <a:lnTo>
                  <a:pt x="0" y="0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  <p:sp>
        <p:nvSpPr>
          <p:cNvPr name="Rectangle" id="109"/>
          <p:cNvSpPr/>
          <p:nvPr/>
        </p:nvSpPr>
        <p:spPr>
          <a:xfrm>
            <a:off x="3438104" y="3524461"/>
            <a:ext cx="912000" cy="205200"/>
          </a:xfrm>
          <a:custGeom>
            <a:avLst/>
            <a:gdLst/>
            <a:ahLst/>
            <a:cxnLst/>
            <a:rect r="r" l="l" b="b" t="t"/>
            <a:pathLst>
              <a:path w="912000" h="205200" stroke="false">
                <a:moveTo>
                  <a:pt x="0" y="0"/>
                </a:moveTo>
                <a:lnTo>
                  <a:pt x="912000" y="0"/>
                </a:lnTo>
                <a:lnTo>
                  <a:pt x="912000" y="205200"/>
                </a:lnTo>
                <a:lnTo>
                  <a:pt x="0" y="205200"/>
                </a:lnTo>
                <a:lnTo>
                  <a:pt x="0" y="0"/>
                </a:lnTo>
                <a:close/>
              </a:path>
              <a:path w="912000" h="205200" fill="none">
                <a:moveTo>
                  <a:pt x="0" y="0"/>
                </a:moveTo>
                <a:lnTo>
                  <a:pt x="912000" y="0"/>
                </a:lnTo>
                <a:lnTo>
                  <a:pt x="912000" y="205200"/>
                </a:lnTo>
                <a:lnTo>
                  <a:pt x="0" y="2052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tIns="38100" rtlCol="0" rIns="38100" anchor="t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遥测遥信</a:t>
            </a:r>
          </a:p>
        </p:txBody>
      </p:sp>
      <p:sp>
        <p:nvSpPr>
          <p:cNvPr name="Rectangle" id="110"/>
          <p:cNvSpPr/>
          <p:nvPr/>
        </p:nvSpPr>
        <p:spPr>
          <a:xfrm>
            <a:off x="3201127" y="4111358"/>
            <a:ext cx="912000" cy="205200"/>
          </a:xfrm>
          <a:custGeom>
            <a:avLst/>
            <a:gdLst/>
            <a:ahLst/>
            <a:cxnLst/>
            <a:rect r="r" l="l" b="b" t="t"/>
            <a:pathLst>
              <a:path w="912000" h="205200" stroke="false">
                <a:moveTo>
                  <a:pt x="0" y="0"/>
                </a:moveTo>
                <a:lnTo>
                  <a:pt x="912000" y="0"/>
                </a:lnTo>
                <a:lnTo>
                  <a:pt x="912000" y="205200"/>
                </a:lnTo>
                <a:lnTo>
                  <a:pt x="0" y="205200"/>
                </a:lnTo>
                <a:lnTo>
                  <a:pt x="0" y="0"/>
                </a:lnTo>
                <a:close/>
              </a:path>
              <a:path w="912000" h="205200" fill="none">
                <a:moveTo>
                  <a:pt x="0" y="0"/>
                </a:moveTo>
                <a:lnTo>
                  <a:pt x="912000" y="0"/>
                </a:lnTo>
                <a:lnTo>
                  <a:pt x="912000" y="205200"/>
                </a:lnTo>
                <a:lnTo>
                  <a:pt x="0" y="2052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tIns="38100" rtlCol="0" rIns="38100" anchor="t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遥控遥调</a:t>
            </a:r>
          </a:p>
        </p:txBody>
      </p:sp>
      <p:sp>
        <p:nvSpPr>
          <p:cNvPr name="正方形" id="111"/>
          <p:cNvSpPr/>
          <p:nvPr/>
        </p:nvSpPr>
        <p:spPr>
          <a:xfrm>
            <a:off x="1858262" y="2988982"/>
            <a:ext cx="337511" cy="337511"/>
          </a:xfrm>
          <a:custGeom>
            <a:avLst/>
            <a:gdLst>
              <a:gd name="connsiteX0" fmla="*/ 0 w 337511"/>
              <a:gd name="connsiteY0" fmla="*/ 168756 h 337511"/>
              <a:gd name="connsiteX1" fmla="*/ 168756 w 337511"/>
              <a:gd name="connsiteY1" fmla="*/ 0 h 337511"/>
              <a:gd name="connsiteX2" fmla="*/ 337511 w 337511"/>
              <a:gd name="connsiteY2" fmla="*/ 168756 h 337511"/>
              <a:gd name="connsiteX3" fmla="*/ 168756 w 337511"/>
              <a:gd name="connsiteY3" fmla="*/ 337511 h 337511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r="r" l="l" b="b" t="t"/>
            <a:pathLst>
              <a:path w="337511" h="337511" stroke="fals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  <a:path w="337511" h="337511" fill="non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  <p:txBody>
          <a:bodyPr tIns="38100" rtlCol="0" rIns="38100" anchor="ctr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氢电</a:t>
            </a:r>
          </a:p>
        </p:txBody>
      </p:sp>
      <p:sp>
        <p:nvSpPr>
          <p:cNvPr name="正方形" id="112"/>
          <p:cNvSpPr/>
          <p:nvPr/>
        </p:nvSpPr>
        <p:spPr>
          <a:xfrm>
            <a:off x="1858262" y="3524461"/>
            <a:ext cx="337511" cy="337511"/>
          </a:xfrm>
          <a:custGeom>
            <a:avLst/>
            <a:gdLst>
              <a:gd name="connsiteX0" fmla="*/ 0 w 337511"/>
              <a:gd name="connsiteY0" fmla="*/ 168756 h 337511"/>
              <a:gd name="connsiteX1" fmla="*/ 168756 w 337511"/>
              <a:gd name="connsiteY1" fmla="*/ 0 h 337511"/>
              <a:gd name="connsiteX2" fmla="*/ 337511 w 337511"/>
              <a:gd name="connsiteY2" fmla="*/ 168756 h 337511"/>
              <a:gd name="connsiteX3" fmla="*/ 168756 w 337511"/>
              <a:gd name="connsiteY3" fmla="*/ 337511 h 337511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r="r" l="l" b="b" t="t"/>
            <a:pathLst>
              <a:path w="337511" h="337511" stroke="fals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  <a:path w="337511" h="337511" fill="non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  <p:txBody>
          <a:bodyPr tIns="38100" rtlCol="0" rIns="38100" anchor="ctr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钒电</a:t>
            </a:r>
          </a:p>
        </p:txBody>
      </p:sp>
      <p:sp>
        <p:nvSpPr>
          <p:cNvPr name="正方形" id="113"/>
          <p:cNvSpPr/>
          <p:nvPr/>
        </p:nvSpPr>
        <p:spPr>
          <a:xfrm>
            <a:off x="1858262" y="4097896"/>
            <a:ext cx="337511" cy="337511"/>
          </a:xfrm>
          <a:custGeom>
            <a:avLst/>
            <a:gdLst>
              <a:gd name="connsiteX0" fmla="*/ 0 w 337511"/>
              <a:gd name="connsiteY0" fmla="*/ 168756 h 337511"/>
              <a:gd name="connsiteX1" fmla="*/ 168756 w 337511"/>
              <a:gd name="connsiteY1" fmla="*/ 0 h 337511"/>
              <a:gd name="connsiteX2" fmla="*/ 337511 w 337511"/>
              <a:gd name="connsiteY2" fmla="*/ 168756 h 337511"/>
              <a:gd name="connsiteX3" fmla="*/ 168756 w 337511"/>
              <a:gd name="connsiteY3" fmla="*/ 337511 h 337511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r="r" l="l" b="b" t="t"/>
            <a:pathLst>
              <a:path w="337511" h="337511" stroke="fals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  <a:path w="337511" h="337511" fill="non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  <p:txBody>
          <a:bodyPr tIns="38100" rtlCol="0" rIns="38100" anchor="ctr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钠电</a:t>
            </a:r>
          </a:p>
        </p:txBody>
      </p:sp>
      <p:sp>
        <p:nvSpPr>
          <p:cNvPr name="正方形" id="114"/>
          <p:cNvSpPr/>
          <p:nvPr/>
        </p:nvSpPr>
        <p:spPr>
          <a:xfrm>
            <a:off x="1858262" y="4671331"/>
            <a:ext cx="337511" cy="337511"/>
          </a:xfrm>
          <a:custGeom>
            <a:avLst/>
            <a:gdLst>
              <a:gd name="connsiteX0" fmla="*/ 0 w 337511"/>
              <a:gd name="connsiteY0" fmla="*/ 168756 h 337511"/>
              <a:gd name="connsiteX1" fmla="*/ 168756 w 337511"/>
              <a:gd name="connsiteY1" fmla="*/ 0 h 337511"/>
              <a:gd name="connsiteX2" fmla="*/ 337511 w 337511"/>
              <a:gd name="connsiteY2" fmla="*/ 168756 h 337511"/>
              <a:gd name="connsiteX3" fmla="*/ 168756 w 337511"/>
              <a:gd name="connsiteY3" fmla="*/ 337511 h 337511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r="r" l="l" b="b" t="t"/>
            <a:pathLst>
              <a:path w="337511" h="337511" stroke="fals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  <a:path w="337511" h="337511" fill="none">
                <a:moveTo>
                  <a:pt x="337511" y="337511"/>
                </a:moveTo>
                <a:lnTo>
                  <a:pt x="337511" y="0"/>
                </a:lnTo>
                <a:lnTo>
                  <a:pt x="0" y="0"/>
                </a:lnTo>
                <a:lnTo>
                  <a:pt x="0" y="337511"/>
                </a:lnTo>
                <a:lnTo>
                  <a:pt x="337511" y="337511"/>
                </a:lnTo>
                <a:close/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  <p:txBody>
          <a:bodyPr tIns="38100" rtlCol="0" rIns="38100" anchor="ctr" wrap="square" bIns="38100" lIns="38100"/>
          <a:lstStyle/>
          <a:p>
            <a:pPr algn="ctr"/>
            <a:r>
              <a:rPr altLang="en-US" dirty="0" sz="760" lang="zh-CN">
                <a:solidFill>
                  <a:srgbClr val="191919"/>
                </a:solidFill>
                <a:latin typeface="微软雅黑"/>
                <a:ea typeface="微软雅黑"/>
                <a:cs typeface="微软雅黑"/>
              </a:rPr>
              <a:t>铁硫</a:t>
            </a:r>
          </a:p>
        </p:txBody>
      </p:sp>
      <p:sp>
        <p:nvSpPr>
          <p:cNvPr name="ConnectLine" id="115"/>
          <p:cNvSpPr/>
          <p:nvPr/>
        </p:nvSpPr>
        <p:spPr>
          <a:xfrm>
            <a:off x="2195773" y="3157737"/>
            <a:ext cx="1035754" cy="7600"/>
          </a:xfrm>
          <a:custGeom>
            <a:avLst/>
            <a:gdLst/>
            <a:ahLst/>
            <a:cxnLst/>
            <a:rect r="r" l="l" b="b" t="t"/>
            <a:pathLst>
              <a:path w="1035754" h="7600" fill="none">
                <a:moveTo>
                  <a:pt x="1035754" y="0"/>
                </a:moveTo>
                <a:lnTo>
                  <a:pt x="0" y="0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  <p:sp>
        <p:nvSpPr>
          <p:cNvPr name="ConnectLine" id="120"/>
          <p:cNvSpPr/>
          <p:nvPr/>
        </p:nvSpPr>
        <p:spPr>
          <a:xfrm>
            <a:off x="2195773" y="3157738"/>
            <a:ext cx="1035754" cy="535479"/>
          </a:xfrm>
          <a:custGeom>
            <a:avLst/>
            <a:gdLst/>
            <a:ahLst/>
            <a:cxnLst/>
            <a:rect r="r" l="l" b="b" t="t"/>
            <a:pathLst>
              <a:path w="1035754" h="535479" fill="none">
                <a:moveTo>
                  <a:pt x="1035754" y="0"/>
                </a:moveTo>
                <a:lnTo>
                  <a:pt x="287244" y="0"/>
                </a:lnTo>
                <a:lnTo>
                  <a:pt x="287244" y="535479"/>
                </a:lnTo>
                <a:lnTo>
                  <a:pt x="0" y="535479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  <p:sp>
        <p:nvSpPr>
          <p:cNvPr name="ConnectLine" id="121"/>
          <p:cNvSpPr/>
          <p:nvPr/>
        </p:nvSpPr>
        <p:spPr>
          <a:xfrm>
            <a:off x="2195773" y="3157738"/>
            <a:ext cx="1035754" cy="1108914"/>
          </a:xfrm>
          <a:custGeom>
            <a:avLst/>
            <a:gdLst/>
            <a:ahLst/>
            <a:cxnLst/>
            <a:rect r="r" l="l" b="b" t="t"/>
            <a:pathLst>
              <a:path w="1035754" h="1108914" fill="none">
                <a:moveTo>
                  <a:pt x="1035754" y="0"/>
                </a:moveTo>
                <a:lnTo>
                  <a:pt x="574488" y="0"/>
                </a:lnTo>
                <a:lnTo>
                  <a:pt x="574488" y="1108914"/>
                </a:lnTo>
                <a:lnTo>
                  <a:pt x="0" y="1108914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  <p:sp>
        <p:nvSpPr>
          <p:cNvPr name="ConnectLine" id="122"/>
          <p:cNvSpPr/>
          <p:nvPr/>
        </p:nvSpPr>
        <p:spPr>
          <a:xfrm>
            <a:off x="2195773" y="3157738"/>
            <a:ext cx="1035754" cy="1682349"/>
          </a:xfrm>
          <a:custGeom>
            <a:avLst/>
            <a:gdLst/>
            <a:ahLst/>
            <a:cxnLst/>
            <a:rect r="r" l="l" b="b" t="t"/>
            <a:pathLst>
              <a:path w="1035754" h="1682349" fill="none">
                <a:moveTo>
                  <a:pt x="1035754" y="0"/>
                </a:moveTo>
                <a:lnTo>
                  <a:pt x="825827" y="0"/>
                </a:lnTo>
                <a:lnTo>
                  <a:pt x="825827" y="1682349"/>
                </a:lnTo>
                <a:lnTo>
                  <a:pt x="0" y="1682349"/>
                </a:lnTo>
              </a:path>
            </a:pathLst>
          </a:custGeom>
          <a:noFill/>
          <a:ln w="7600" cap="flat">
            <a:solidFill>
              <a:srgbClr val="191919"/>
            </a:solidFill>
            <a:miter/>
            <a:tailEnd w="med" len="med"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0</PresentationFormat>
  <Paragraphs>0</Paragraphs>
  <Slides>1</Slides>
  <Notes>0</Notes>
  <HiddenSlides>0</HiddenSlides>
  <MMClips>0</MMClips>
  <ScaleCrop>false</ScaleCrop>
  <HeadingPairs>
    <vt:vector size="4" baseType="variant">
      <vt:variant>
        <vt:lpstr>Topic</vt:lpstr>
      </vt:variant>
      <vt:variant>
        <vt:i4>1</vt:i4>
      </vt:variant>
      <vt:variant>
        <vt:lpstr>Slide Title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xsi="http://www.w3.org/2001/XMLSchema-instance" xmlns:cp="http://schemas.openxmlformats.org/package/2006/metadata/core-properties" xmlns:dcmitype="http://purl.org/dc/dcmitype/" xmlns:dc="http://purl.org/dc/elements/1.1/" xmlns:dcterms="http://purl.org/dc/terms/">
  <dc:title>PowerPoint Presentation</dc:title>
  <dc:creator>fly10</dc:creator>
  <cp:lastModifiedBy>fly10</cp:lastModifiedBy>
  <cp:revision>1</cp:revision>
  <dcterms:created xsi:type="dcterms:W3CDTF">2026-01-02T17:05:36Z</dcterms:created>
  <dcterms:modified xsi:type="dcterms:W3CDTF">2026-01-02T17:05:36Z</dcterms:modified>
</cp:coreProperties>
</file>