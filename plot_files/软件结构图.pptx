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12AA3-2E20-47C0-BA88-04677EB499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E1622-0C31-46E6-8822-D97B4C28C2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  <a:endParaRPr lang="en-US" altLang="zh-CN" smtClean="0"/>
          </a:p>
          <a:p>
            <a:pPr lvl="1"/>
            <a:r>
              <a:rPr lang="en-US" altLang="zh-CN" smtClean="0"/>
              <a:t>Second level</a:t>
            </a:r>
            <a:endParaRPr lang="en-US" altLang="zh-CN" smtClean="0"/>
          </a:p>
          <a:p>
            <a:pPr lvl="2"/>
            <a:r>
              <a:rPr lang="en-US" altLang="zh-CN" smtClean="0"/>
              <a:t>Third level</a:t>
            </a:r>
            <a:endParaRPr lang="en-US" altLang="zh-CN" smtClean="0"/>
          </a:p>
          <a:p>
            <a:pPr lvl="3"/>
            <a:r>
              <a:rPr lang="en-US" altLang="zh-CN" smtClean="0"/>
              <a:t>Fourth level</a:t>
            </a:r>
            <a:endParaRPr lang="en-US" altLang="zh-CN" smtClean="0"/>
          </a:p>
          <a:p>
            <a:pPr lvl="4"/>
            <a:r>
              <a:rPr lang="en-US" altLang="zh-CN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60DB7-6E48-4466-B7A9-24611520A4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7CD6-334A-41AE-9AE2-B93EEDD81D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" name="页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oup 118"/>
          <p:cNvGrpSpPr/>
          <p:nvPr/>
        </p:nvGrpSpPr>
        <p:grpSpPr>
          <a:xfrm>
            <a:off x="657462" y="754091"/>
            <a:ext cx="3742190" cy="2190131"/>
            <a:chOff x="657462" y="754091"/>
            <a:chExt cx="3742190" cy="2190131"/>
          </a:xfrm>
        </p:grpSpPr>
        <p:sp>
          <p:nvSpPr>
            <p:cNvPr id="102" name="正方形"/>
            <p:cNvSpPr/>
            <p:nvPr/>
          </p:nvSpPr>
          <p:spPr>
            <a:xfrm>
              <a:off x="2030729" y="924359"/>
              <a:ext cx="337511" cy="337511"/>
            </a:xfrm>
            <a:custGeom>
              <a:avLst/>
              <a:gdLst>
                <a:gd name="connsiteX0" fmla="*/ 0 w 337511"/>
                <a:gd name="connsiteY0" fmla="*/ 168756 h 337511"/>
                <a:gd name="connsiteX1" fmla="*/ 168756 w 337511"/>
                <a:gd name="connsiteY1" fmla="*/ 0 h 337511"/>
                <a:gd name="connsiteX2" fmla="*/ 337511 w 337511"/>
                <a:gd name="connsiteY2" fmla="*/ 168756 h 337511"/>
                <a:gd name="connsiteX3" fmla="*/ 168756 w 337511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337511" h="337511" stroke="0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  <a:path w="337511" h="337511" fill="none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通讯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03" name="正方形"/>
            <p:cNvSpPr/>
            <p:nvPr/>
          </p:nvSpPr>
          <p:spPr>
            <a:xfrm>
              <a:off x="2730468" y="754091"/>
              <a:ext cx="553428" cy="678048"/>
            </a:xfrm>
            <a:custGeom>
              <a:avLst/>
              <a:gdLst>
                <a:gd name="connsiteX0" fmla="*/ 0 w 553428"/>
                <a:gd name="connsiteY0" fmla="*/ 339024 h 678048"/>
                <a:gd name="connsiteX1" fmla="*/ 276714 w 553428"/>
                <a:gd name="connsiteY1" fmla="*/ 0 h 678048"/>
                <a:gd name="connsiteX2" fmla="*/ 553428 w 553428"/>
                <a:gd name="connsiteY2" fmla="*/ 339024 h 678048"/>
                <a:gd name="connsiteX3" fmla="*/ 276714 w 553428"/>
                <a:gd name="connsiteY3" fmla="*/ 678048 h 67804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553428" h="678048" stroke="0">
                  <a:moveTo>
                    <a:pt x="553428" y="678048"/>
                  </a:moveTo>
                  <a:lnTo>
                    <a:pt x="553428" y="0"/>
                  </a:lnTo>
                  <a:lnTo>
                    <a:pt x="0" y="0"/>
                  </a:lnTo>
                  <a:lnTo>
                    <a:pt x="0" y="678048"/>
                  </a:lnTo>
                  <a:lnTo>
                    <a:pt x="553428" y="678048"/>
                  </a:lnTo>
                  <a:close/>
                </a:path>
                <a:path w="553428" h="678048" fill="none">
                  <a:moveTo>
                    <a:pt x="553428" y="678048"/>
                  </a:moveTo>
                  <a:lnTo>
                    <a:pt x="553428" y="0"/>
                  </a:lnTo>
                  <a:lnTo>
                    <a:pt x="0" y="0"/>
                  </a:lnTo>
                  <a:lnTo>
                    <a:pt x="0" y="678048"/>
                  </a:lnTo>
                  <a:lnTo>
                    <a:pt x="553428" y="678048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数据库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04" name="ConnectLine"/>
            <p:cNvSpPr/>
            <p:nvPr/>
          </p:nvSpPr>
          <p:spPr>
            <a:xfrm>
              <a:off x="2368240" y="1093115"/>
              <a:ext cx="362227" cy="7600"/>
            </a:xfrm>
            <a:custGeom>
              <a:avLst/>
              <a:gdLst/>
              <a:ahLst/>
              <a:cxnLst/>
              <a:rect l="l" t="t" r="r" b="b"/>
              <a:pathLst>
                <a:path w="362227" h="7600" fill="none">
                  <a:moveTo>
                    <a:pt x="0" y="0"/>
                  </a:moveTo>
                  <a:lnTo>
                    <a:pt x="362227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05" name="正方形"/>
            <p:cNvSpPr/>
            <p:nvPr/>
          </p:nvSpPr>
          <p:spPr>
            <a:xfrm>
              <a:off x="2730468" y="1692737"/>
              <a:ext cx="553428" cy="678048"/>
            </a:xfrm>
            <a:custGeom>
              <a:avLst/>
              <a:gdLst>
                <a:gd name="connsiteX0" fmla="*/ 0 w 553428"/>
                <a:gd name="connsiteY0" fmla="*/ 339024 h 678048"/>
                <a:gd name="connsiteX1" fmla="*/ 276714 w 553428"/>
                <a:gd name="connsiteY1" fmla="*/ 0 h 678048"/>
                <a:gd name="connsiteX2" fmla="*/ 553428 w 553428"/>
                <a:gd name="connsiteY2" fmla="*/ 339024 h 678048"/>
                <a:gd name="connsiteX3" fmla="*/ 276714 w 553428"/>
                <a:gd name="connsiteY3" fmla="*/ 678048 h 67804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553428" h="678048" stroke="0">
                  <a:moveTo>
                    <a:pt x="553428" y="678048"/>
                  </a:moveTo>
                  <a:lnTo>
                    <a:pt x="553428" y="0"/>
                  </a:lnTo>
                  <a:lnTo>
                    <a:pt x="0" y="0"/>
                  </a:lnTo>
                  <a:lnTo>
                    <a:pt x="0" y="678048"/>
                  </a:lnTo>
                  <a:lnTo>
                    <a:pt x="553428" y="678048"/>
                  </a:lnTo>
                  <a:close/>
                </a:path>
                <a:path w="553428" h="678048" fill="none">
                  <a:moveTo>
                    <a:pt x="553428" y="678048"/>
                  </a:moveTo>
                  <a:lnTo>
                    <a:pt x="553428" y="0"/>
                  </a:lnTo>
                  <a:lnTo>
                    <a:pt x="0" y="0"/>
                  </a:lnTo>
                  <a:lnTo>
                    <a:pt x="0" y="678048"/>
                  </a:lnTo>
                  <a:lnTo>
                    <a:pt x="553428" y="678048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计算程序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06" name="ConnectLine"/>
            <p:cNvSpPr/>
            <p:nvPr/>
          </p:nvSpPr>
          <p:spPr>
            <a:xfrm>
              <a:off x="3007182" y="1432139"/>
              <a:ext cx="7600" cy="260599"/>
            </a:xfrm>
            <a:custGeom>
              <a:avLst/>
              <a:gdLst/>
              <a:ahLst/>
              <a:cxnLst/>
              <a:rect l="l" t="t" r="r" b="b"/>
              <a:pathLst>
                <a:path w="7600" h="260599" fill="none">
                  <a:moveTo>
                    <a:pt x="0" y="0"/>
                  </a:moveTo>
                  <a:lnTo>
                    <a:pt x="0" y="260599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07" name="ConnectLine"/>
            <p:cNvSpPr/>
            <p:nvPr/>
          </p:nvSpPr>
          <p:spPr>
            <a:xfrm>
              <a:off x="3283896" y="1093115"/>
              <a:ext cx="469463" cy="938646"/>
            </a:xfrm>
            <a:custGeom>
              <a:avLst/>
              <a:gdLst/>
              <a:ahLst/>
              <a:cxnLst/>
              <a:rect l="l" t="t" r="r" b="b"/>
              <a:pathLst>
                <a:path w="469463" h="938646" fill="none">
                  <a:moveTo>
                    <a:pt x="0" y="938646"/>
                  </a:moveTo>
                  <a:lnTo>
                    <a:pt x="469463" y="938646"/>
                  </a:lnTo>
                  <a:lnTo>
                    <a:pt x="469463" y="0"/>
                  </a:lnTo>
                  <a:lnTo>
                    <a:pt x="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08" name="ConnectLine"/>
            <p:cNvSpPr/>
            <p:nvPr/>
          </p:nvSpPr>
          <p:spPr>
            <a:xfrm>
              <a:off x="2199485" y="1268736"/>
              <a:ext cx="530983" cy="763025"/>
            </a:xfrm>
            <a:custGeom>
              <a:avLst/>
              <a:gdLst/>
              <a:ahLst/>
              <a:cxnLst/>
              <a:rect l="l" t="t" r="r" b="b"/>
              <a:pathLst>
                <a:path w="530983" h="763025" fill="none">
                  <a:moveTo>
                    <a:pt x="530983" y="763025"/>
                  </a:moveTo>
                  <a:lnTo>
                    <a:pt x="0" y="763025"/>
                  </a:lnTo>
                  <a:lnTo>
                    <a:pt x="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09" name="Rectangle"/>
            <p:cNvSpPr/>
            <p:nvPr/>
          </p:nvSpPr>
          <p:spPr>
            <a:xfrm>
              <a:off x="3681542" y="1459840"/>
              <a:ext cx="718110" cy="205200"/>
            </a:xfrm>
            <a:custGeom>
              <a:avLst/>
              <a:gdLst/>
              <a:ahLst/>
              <a:cxnLst/>
              <a:rect l="l" t="t" r="r" b="b"/>
              <a:pathLst>
                <a:path w="718110" h="205200" stroke="0">
                  <a:moveTo>
                    <a:pt x="0" y="0"/>
                  </a:moveTo>
                  <a:lnTo>
                    <a:pt x="718110" y="0"/>
                  </a:lnTo>
                  <a:lnTo>
                    <a:pt x="718110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  <a:path w="718110" h="205200" fill="none">
                  <a:moveTo>
                    <a:pt x="0" y="0"/>
                  </a:moveTo>
                  <a:lnTo>
                    <a:pt x="718110" y="0"/>
                  </a:lnTo>
                  <a:lnTo>
                    <a:pt x="718110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遥测遥信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0" name="Rectangle"/>
            <p:cNvSpPr/>
            <p:nvPr/>
          </p:nvSpPr>
          <p:spPr>
            <a:xfrm>
              <a:off x="2000326" y="2046733"/>
              <a:ext cx="912000" cy="205200"/>
            </a:xfrm>
            <a:custGeom>
              <a:avLst/>
              <a:gdLst/>
              <a:ahLst/>
              <a:cxnLst/>
              <a:rect l="l" t="t" r="r" b="b"/>
              <a:pathLst>
                <a:path w="912000" h="2052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  <a:path w="912000" h="2052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遥控遥调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1" name="正方形"/>
            <p:cNvSpPr/>
            <p:nvPr/>
          </p:nvSpPr>
          <p:spPr>
            <a:xfrm>
              <a:off x="657462" y="924359"/>
              <a:ext cx="337511" cy="337511"/>
            </a:xfrm>
            <a:custGeom>
              <a:avLst/>
              <a:gdLst>
                <a:gd name="connsiteX0" fmla="*/ 0 w 337511"/>
                <a:gd name="connsiteY0" fmla="*/ 168756 h 337511"/>
                <a:gd name="connsiteX1" fmla="*/ 168756 w 337511"/>
                <a:gd name="connsiteY1" fmla="*/ 0 h 337511"/>
                <a:gd name="connsiteX2" fmla="*/ 337511 w 337511"/>
                <a:gd name="connsiteY2" fmla="*/ 168756 h 337511"/>
                <a:gd name="connsiteX3" fmla="*/ 168756 w 337511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337511" h="337511" stroke="0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  <a:path w="337511" h="337511" fill="none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氢电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2" name="正方形"/>
            <p:cNvSpPr/>
            <p:nvPr/>
          </p:nvSpPr>
          <p:spPr>
            <a:xfrm>
              <a:off x="657462" y="1459840"/>
              <a:ext cx="337511" cy="337511"/>
            </a:xfrm>
            <a:custGeom>
              <a:avLst/>
              <a:gdLst>
                <a:gd name="connsiteX0" fmla="*/ 0 w 337511"/>
                <a:gd name="connsiteY0" fmla="*/ 168756 h 337511"/>
                <a:gd name="connsiteX1" fmla="*/ 168756 w 337511"/>
                <a:gd name="connsiteY1" fmla="*/ 0 h 337511"/>
                <a:gd name="connsiteX2" fmla="*/ 337511 w 337511"/>
                <a:gd name="connsiteY2" fmla="*/ 168756 h 337511"/>
                <a:gd name="connsiteX3" fmla="*/ 168756 w 337511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337511" h="337511" stroke="0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  <a:path w="337511" h="337511" fill="none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钒电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3" name="正方形"/>
            <p:cNvSpPr/>
            <p:nvPr/>
          </p:nvSpPr>
          <p:spPr>
            <a:xfrm>
              <a:off x="657462" y="2033275"/>
              <a:ext cx="337511" cy="337511"/>
            </a:xfrm>
            <a:custGeom>
              <a:avLst/>
              <a:gdLst>
                <a:gd name="connsiteX0" fmla="*/ 0 w 337511"/>
                <a:gd name="connsiteY0" fmla="*/ 168756 h 337511"/>
                <a:gd name="connsiteX1" fmla="*/ 168756 w 337511"/>
                <a:gd name="connsiteY1" fmla="*/ 0 h 337511"/>
                <a:gd name="connsiteX2" fmla="*/ 337511 w 337511"/>
                <a:gd name="connsiteY2" fmla="*/ 168756 h 337511"/>
                <a:gd name="connsiteX3" fmla="*/ 168756 w 337511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337511" h="337511" stroke="0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  <a:path w="337511" h="337511" fill="none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钠电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4" name="正方形"/>
            <p:cNvSpPr/>
            <p:nvPr/>
          </p:nvSpPr>
          <p:spPr>
            <a:xfrm>
              <a:off x="657462" y="2606710"/>
              <a:ext cx="337511" cy="337511"/>
            </a:xfrm>
            <a:custGeom>
              <a:avLst/>
              <a:gdLst>
                <a:gd name="connsiteX0" fmla="*/ 0 w 337511"/>
                <a:gd name="connsiteY0" fmla="*/ 168756 h 337511"/>
                <a:gd name="connsiteX1" fmla="*/ 168756 w 337511"/>
                <a:gd name="connsiteY1" fmla="*/ 0 h 337511"/>
                <a:gd name="connsiteX2" fmla="*/ 337511 w 337511"/>
                <a:gd name="connsiteY2" fmla="*/ 168756 h 337511"/>
                <a:gd name="connsiteX3" fmla="*/ 168756 w 337511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337511" h="337511" stroke="0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  <a:path w="337511" h="337511" fill="none">
                  <a:moveTo>
                    <a:pt x="337511" y="337511"/>
                  </a:moveTo>
                  <a:lnTo>
                    <a:pt x="337511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337511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铁硫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5" name="ConnectLine"/>
            <p:cNvSpPr/>
            <p:nvPr/>
          </p:nvSpPr>
          <p:spPr>
            <a:xfrm>
              <a:off x="994978" y="1093115"/>
              <a:ext cx="1035751" cy="7600"/>
            </a:xfrm>
            <a:custGeom>
              <a:avLst/>
              <a:gdLst/>
              <a:ahLst/>
              <a:cxnLst/>
              <a:rect l="l" t="t" r="r" b="b"/>
              <a:pathLst>
                <a:path w="1035751" h="7600" fill="none">
                  <a:moveTo>
                    <a:pt x="1035751" y="0"/>
                  </a:moveTo>
                  <a:lnTo>
                    <a:pt x="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20" name="ConnectLine"/>
            <p:cNvSpPr/>
            <p:nvPr/>
          </p:nvSpPr>
          <p:spPr>
            <a:xfrm>
              <a:off x="994978" y="1093115"/>
              <a:ext cx="1035751" cy="535479"/>
            </a:xfrm>
            <a:custGeom>
              <a:avLst/>
              <a:gdLst/>
              <a:ahLst/>
              <a:cxnLst/>
              <a:rect l="l" t="t" r="r" b="b"/>
              <a:pathLst>
                <a:path w="1035751" h="535479" fill="none">
                  <a:moveTo>
                    <a:pt x="1035751" y="0"/>
                  </a:moveTo>
                  <a:lnTo>
                    <a:pt x="287240" y="0"/>
                  </a:lnTo>
                  <a:lnTo>
                    <a:pt x="287240" y="535479"/>
                  </a:lnTo>
                  <a:lnTo>
                    <a:pt x="0" y="535479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21" name="ConnectLine"/>
            <p:cNvSpPr/>
            <p:nvPr/>
          </p:nvSpPr>
          <p:spPr>
            <a:xfrm>
              <a:off x="994978" y="1093115"/>
              <a:ext cx="1035751" cy="1108916"/>
            </a:xfrm>
            <a:custGeom>
              <a:avLst/>
              <a:gdLst/>
              <a:ahLst/>
              <a:cxnLst/>
              <a:rect l="l" t="t" r="r" b="b"/>
              <a:pathLst>
                <a:path w="1035751" h="1108916" fill="none">
                  <a:moveTo>
                    <a:pt x="1035751" y="0"/>
                  </a:moveTo>
                  <a:lnTo>
                    <a:pt x="574485" y="0"/>
                  </a:lnTo>
                  <a:lnTo>
                    <a:pt x="574485" y="1108916"/>
                  </a:lnTo>
                  <a:lnTo>
                    <a:pt x="0" y="1108916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22" name="ConnectLine"/>
            <p:cNvSpPr/>
            <p:nvPr/>
          </p:nvSpPr>
          <p:spPr>
            <a:xfrm>
              <a:off x="994978" y="1093115"/>
              <a:ext cx="1035751" cy="1682351"/>
            </a:xfrm>
            <a:custGeom>
              <a:avLst/>
              <a:gdLst/>
              <a:ahLst/>
              <a:cxnLst/>
              <a:rect l="l" t="t" r="r" b="b"/>
              <a:pathLst>
                <a:path w="1035751" h="1682351" fill="none">
                  <a:moveTo>
                    <a:pt x="1035751" y="0"/>
                  </a:moveTo>
                  <a:lnTo>
                    <a:pt x="825824" y="0"/>
                  </a:lnTo>
                  <a:lnTo>
                    <a:pt x="825824" y="1682351"/>
                  </a:lnTo>
                  <a:lnTo>
                    <a:pt x="0" y="1682351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headEnd type="triangle" w="med" len="med"/>
              <a:tailEnd type="triangle" w="med" len="med"/>
            </a:ln>
          </p:spPr>
        </p:sp>
      </p:grpSp>
      <p:grpSp>
        <p:nvGrpSpPr>
          <p:cNvPr id="1" name="Group 0"/>
          <p:cNvGrpSpPr/>
          <p:nvPr/>
        </p:nvGrpSpPr>
        <p:grpSpPr>
          <a:xfrm>
            <a:off x="4267835" y="3114675"/>
            <a:ext cx="3730625" cy="2019300"/>
            <a:chOff x="6721" y="4905"/>
            <a:chExt cx="5875" cy="3180"/>
          </a:xfrm>
        </p:grpSpPr>
        <p:sp>
          <p:nvSpPr>
            <p:cNvPr id="142" name="正方形"/>
            <p:cNvSpPr/>
            <p:nvPr/>
          </p:nvSpPr>
          <p:spPr>
            <a:xfrm>
              <a:off x="8227" y="4949"/>
              <a:ext cx="1020" cy="443"/>
            </a:xfrm>
            <a:custGeom>
              <a:avLst/>
              <a:gdLst>
                <a:gd name="connsiteX0" fmla="*/ 0 w 647400"/>
                <a:gd name="connsiteY0" fmla="*/ 140543 h 281087"/>
                <a:gd name="connsiteX1" fmla="*/ 323700 w 647400"/>
                <a:gd name="connsiteY1" fmla="*/ 0 h 281087"/>
                <a:gd name="connsiteX2" fmla="*/ 647400 w 647400"/>
                <a:gd name="connsiteY2" fmla="*/ 140543 h 281087"/>
                <a:gd name="connsiteX3" fmla="*/ 323700 w 647400"/>
                <a:gd name="connsiteY3" fmla="*/ 281087 h 28108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47400" h="281087" stroke="0">
                  <a:moveTo>
                    <a:pt x="647400" y="281087"/>
                  </a:moveTo>
                  <a:lnTo>
                    <a:pt x="647400" y="0"/>
                  </a:lnTo>
                  <a:lnTo>
                    <a:pt x="0" y="0"/>
                  </a:lnTo>
                  <a:lnTo>
                    <a:pt x="0" y="281087"/>
                  </a:lnTo>
                  <a:lnTo>
                    <a:pt x="647400" y="281087"/>
                  </a:lnTo>
                  <a:close/>
                </a:path>
                <a:path w="647400" h="281087" fill="none">
                  <a:moveTo>
                    <a:pt x="647400" y="281087"/>
                  </a:moveTo>
                  <a:lnTo>
                    <a:pt x="647400" y="0"/>
                  </a:lnTo>
                  <a:lnTo>
                    <a:pt x="0" y="0"/>
                  </a:lnTo>
                  <a:lnTo>
                    <a:pt x="0" y="281087"/>
                  </a:lnTo>
                  <a:lnTo>
                    <a:pt x="647400" y="281087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104通讯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43" name="正方形"/>
            <p:cNvSpPr/>
            <p:nvPr/>
          </p:nvSpPr>
          <p:spPr>
            <a:xfrm>
              <a:off x="11691" y="4949"/>
              <a:ext cx="653" cy="443"/>
            </a:xfrm>
            <a:custGeom>
              <a:avLst/>
              <a:gdLst>
                <a:gd name="connsiteX0" fmla="*/ 0 w 414454"/>
                <a:gd name="connsiteY0" fmla="*/ 140543 h 281087"/>
                <a:gd name="connsiteX1" fmla="*/ 207227 w 414454"/>
                <a:gd name="connsiteY1" fmla="*/ 0 h 281087"/>
                <a:gd name="connsiteX2" fmla="*/ 414454 w 414454"/>
                <a:gd name="connsiteY2" fmla="*/ 140543 h 281087"/>
                <a:gd name="connsiteX3" fmla="*/ 207227 w 414454"/>
                <a:gd name="connsiteY3" fmla="*/ 281087 h 28108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414454" h="281087" stroke="0">
                  <a:moveTo>
                    <a:pt x="414454" y="281087"/>
                  </a:moveTo>
                  <a:lnTo>
                    <a:pt x="414454" y="0"/>
                  </a:lnTo>
                  <a:lnTo>
                    <a:pt x="0" y="0"/>
                  </a:lnTo>
                  <a:lnTo>
                    <a:pt x="0" y="281087"/>
                  </a:lnTo>
                  <a:lnTo>
                    <a:pt x="414454" y="281087"/>
                  </a:lnTo>
                  <a:close/>
                </a:path>
                <a:path w="414454" h="281087" fill="none">
                  <a:moveTo>
                    <a:pt x="414454" y="281087"/>
                  </a:moveTo>
                  <a:lnTo>
                    <a:pt x="414454" y="0"/>
                  </a:lnTo>
                  <a:lnTo>
                    <a:pt x="0" y="0"/>
                  </a:lnTo>
                  <a:lnTo>
                    <a:pt x="0" y="281087"/>
                  </a:lnTo>
                  <a:lnTo>
                    <a:pt x="414454" y="281087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数据库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45" name="正方形"/>
            <p:cNvSpPr/>
            <p:nvPr/>
          </p:nvSpPr>
          <p:spPr>
            <a:xfrm>
              <a:off x="11438" y="6034"/>
              <a:ext cx="1158" cy="532"/>
            </a:xfrm>
            <a:custGeom>
              <a:avLst/>
              <a:gdLst>
                <a:gd name="connsiteX0" fmla="*/ 0 w 735526"/>
                <a:gd name="connsiteY0" fmla="*/ 168756 h 337511"/>
                <a:gd name="connsiteX1" fmla="*/ 367763 w 735526"/>
                <a:gd name="connsiteY1" fmla="*/ 0 h 337511"/>
                <a:gd name="connsiteX2" fmla="*/ 735526 w 735526"/>
                <a:gd name="connsiteY2" fmla="*/ 168756 h 337511"/>
                <a:gd name="connsiteX3" fmla="*/ 367763 w 735526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35526" h="337511" stroke="0">
                  <a:moveTo>
                    <a:pt x="735526" y="337511"/>
                  </a:moveTo>
                  <a:lnTo>
                    <a:pt x="735526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735526" y="337511"/>
                  </a:lnTo>
                  <a:close/>
                </a:path>
                <a:path w="735526" h="337511" fill="none">
                  <a:moveTo>
                    <a:pt x="735526" y="337511"/>
                  </a:moveTo>
                  <a:lnTo>
                    <a:pt x="735526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735526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redis2variable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49" name="Rectangle"/>
            <p:cNvSpPr/>
            <p:nvPr/>
          </p:nvSpPr>
          <p:spPr>
            <a:xfrm>
              <a:off x="10887" y="5515"/>
              <a:ext cx="1018" cy="323"/>
            </a:xfrm>
            <a:custGeom>
              <a:avLst/>
              <a:gdLst/>
              <a:ahLst/>
              <a:cxnLst/>
              <a:rect l="l" t="t" r="r" b="b"/>
              <a:pathLst>
                <a:path w="646299" h="205200" stroke="0">
                  <a:moveTo>
                    <a:pt x="0" y="0"/>
                  </a:moveTo>
                  <a:lnTo>
                    <a:pt x="646299" y="0"/>
                  </a:lnTo>
                  <a:lnTo>
                    <a:pt x="646299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  <a:path w="646299" h="205200" fill="none">
                  <a:moveTo>
                    <a:pt x="0" y="0"/>
                  </a:moveTo>
                  <a:lnTo>
                    <a:pt x="646299" y="0"/>
                  </a:lnTo>
                  <a:lnTo>
                    <a:pt x="646299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遥测遥信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0" name="Rectangle"/>
            <p:cNvSpPr/>
            <p:nvPr/>
          </p:nvSpPr>
          <p:spPr>
            <a:xfrm>
              <a:off x="8851" y="5515"/>
              <a:ext cx="1020" cy="323"/>
            </a:xfrm>
            <a:custGeom>
              <a:avLst/>
              <a:gdLst/>
              <a:ahLst/>
              <a:cxnLst/>
              <a:rect l="l" t="t" r="r" b="b"/>
              <a:pathLst>
                <a:path w="647400" h="205200" stroke="0">
                  <a:moveTo>
                    <a:pt x="0" y="0"/>
                  </a:moveTo>
                  <a:lnTo>
                    <a:pt x="647400" y="0"/>
                  </a:lnTo>
                  <a:lnTo>
                    <a:pt x="647400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  <a:path w="647400" h="205200" fill="none">
                  <a:moveTo>
                    <a:pt x="0" y="0"/>
                  </a:moveTo>
                  <a:lnTo>
                    <a:pt x="647400" y="0"/>
                  </a:lnTo>
                  <a:lnTo>
                    <a:pt x="647400" y="205200"/>
                  </a:lnTo>
                  <a:lnTo>
                    <a:pt x="0" y="205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遥控遥调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9" name="正方形"/>
            <p:cNvSpPr/>
            <p:nvPr/>
          </p:nvSpPr>
          <p:spPr>
            <a:xfrm>
              <a:off x="10534" y="6958"/>
              <a:ext cx="1158" cy="532"/>
            </a:xfrm>
            <a:custGeom>
              <a:avLst/>
              <a:gdLst>
                <a:gd name="connsiteX0" fmla="*/ 0 w 735526"/>
                <a:gd name="connsiteY0" fmla="*/ 168756 h 337511"/>
                <a:gd name="connsiteX1" fmla="*/ 367763 w 735526"/>
                <a:gd name="connsiteY1" fmla="*/ 0 h 337511"/>
                <a:gd name="connsiteX2" fmla="*/ 735526 w 735526"/>
                <a:gd name="connsiteY2" fmla="*/ 168756 h 337511"/>
                <a:gd name="connsiteX3" fmla="*/ 367763 w 735526"/>
                <a:gd name="connsiteY3" fmla="*/ 337511 h 337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35526" h="337511" stroke="0">
                  <a:moveTo>
                    <a:pt x="735526" y="337511"/>
                  </a:moveTo>
                  <a:lnTo>
                    <a:pt x="735526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735526" y="337511"/>
                  </a:lnTo>
                  <a:close/>
                </a:path>
                <a:path w="735526" h="337511" fill="none">
                  <a:moveTo>
                    <a:pt x="735526" y="337511"/>
                  </a:moveTo>
                  <a:lnTo>
                    <a:pt x="735526" y="0"/>
                  </a:lnTo>
                  <a:lnTo>
                    <a:pt x="0" y="0"/>
                  </a:lnTo>
                  <a:lnTo>
                    <a:pt x="0" y="337511"/>
                  </a:lnTo>
                  <a:lnTo>
                    <a:pt x="735526" y="337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功率分配程序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0" name="正方形"/>
            <p:cNvSpPr/>
            <p:nvPr/>
          </p:nvSpPr>
          <p:spPr>
            <a:xfrm>
              <a:off x="9589" y="5974"/>
              <a:ext cx="1158" cy="651"/>
            </a:xfrm>
            <a:custGeom>
              <a:avLst/>
              <a:gdLst>
                <a:gd name="connsiteX0" fmla="*/ 0 w 735526"/>
                <a:gd name="connsiteY0" fmla="*/ 206756 h 413511"/>
                <a:gd name="connsiteX1" fmla="*/ 367763 w 735526"/>
                <a:gd name="connsiteY1" fmla="*/ 0 h 413511"/>
                <a:gd name="connsiteX2" fmla="*/ 735526 w 735526"/>
                <a:gd name="connsiteY2" fmla="*/ 206756 h 413511"/>
                <a:gd name="connsiteX3" fmla="*/ 367763 w 735526"/>
                <a:gd name="connsiteY3" fmla="*/ 413511 h 413511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35526" h="413511" stroke="0">
                  <a:moveTo>
                    <a:pt x="735526" y="413511"/>
                  </a:moveTo>
                  <a:lnTo>
                    <a:pt x="735526" y="0"/>
                  </a:lnTo>
                  <a:lnTo>
                    <a:pt x="0" y="0"/>
                  </a:lnTo>
                  <a:lnTo>
                    <a:pt x="0" y="413511"/>
                  </a:lnTo>
                  <a:lnTo>
                    <a:pt x="735526" y="413511"/>
                  </a:lnTo>
                  <a:close/>
                </a:path>
                <a:path w="735526" h="413511" fill="none">
                  <a:moveTo>
                    <a:pt x="735526" y="413511"/>
                  </a:moveTo>
                  <a:lnTo>
                    <a:pt x="735526" y="0"/>
                  </a:lnTo>
                  <a:lnTo>
                    <a:pt x="0" y="0"/>
                  </a:lnTo>
                  <a:lnTo>
                    <a:pt x="0" y="413511"/>
                  </a:lnTo>
                  <a:lnTo>
                    <a:pt x="735526" y="413511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variable2redisprotocal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2" name="ConnectLine"/>
            <p:cNvSpPr/>
            <p:nvPr/>
          </p:nvSpPr>
          <p:spPr>
            <a:xfrm>
              <a:off x="11697" y="6566"/>
              <a:ext cx="321" cy="649"/>
            </a:xfrm>
            <a:custGeom>
              <a:avLst/>
              <a:gdLst/>
              <a:ahLst/>
              <a:cxnLst/>
              <a:rect l="l" t="t" r="r" b="b"/>
              <a:pathLst>
                <a:path w="203524" h="412195" fill="none">
                  <a:moveTo>
                    <a:pt x="203524" y="0"/>
                  </a:moveTo>
                  <a:lnTo>
                    <a:pt x="203524" y="412195"/>
                  </a:lnTo>
                  <a:lnTo>
                    <a:pt x="0" y="412195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63" name="ConnectLine"/>
            <p:cNvSpPr/>
            <p:nvPr/>
          </p:nvSpPr>
          <p:spPr>
            <a:xfrm>
              <a:off x="10169" y="6635"/>
              <a:ext cx="365" cy="589"/>
            </a:xfrm>
            <a:custGeom>
              <a:avLst/>
              <a:gdLst/>
              <a:ahLst/>
              <a:cxnLst/>
              <a:rect l="l" t="t" r="r" b="b"/>
              <a:pathLst>
                <a:path w="231859" h="374195" fill="none">
                  <a:moveTo>
                    <a:pt x="231859" y="374195"/>
                  </a:moveTo>
                  <a:lnTo>
                    <a:pt x="0" y="374195"/>
                  </a:lnTo>
                  <a:lnTo>
                    <a:pt x="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grpSp>
          <p:nvGrpSpPr>
            <p:cNvPr id="165" name="Group 164"/>
            <p:cNvGrpSpPr/>
            <p:nvPr/>
          </p:nvGrpSpPr>
          <p:grpSpPr>
            <a:xfrm rot="0">
              <a:off x="6721" y="4905"/>
              <a:ext cx="532" cy="3181"/>
              <a:chOff x="4267819" y="3114490"/>
              <a:chExt cx="337511" cy="2019860"/>
            </a:xfrm>
          </p:grpSpPr>
          <p:sp>
            <p:nvSpPr>
              <p:cNvPr id="151" name="正方形"/>
              <p:cNvSpPr/>
              <p:nvPr/>
            </p:nvSpPr>
            <p:spPr>
              <a:xfrm>
                <a:off x="4267819" y="3114490"/>
                <a:ext cx="337511" cy="337511"/>
              </a:xfrm>
              <a:custGeom>
                <a:avLst/>
                <a:gdLst>
                  <a:gd name="connsiteX0" fmla="*/ 0 w 337511"/>
                  <a:gd name="connsiteY0" fmla="*/ 168756 h 337511"/>
                  <a:gd name="connsiteX1" fmla="*/ 168756 w 337511"/>
                  <a:gd name="connsiteY1" fmla="*/ 0 h 337511"/>
                  <a:gd name="connsiteX2" fmla="*/ 337511 w 337511"/>
                  <a:gd name="connsiteY2" fmla="*/ 168756 h 337511"/>
                  <a:gd name="connsiteX3" fmla="*/ 168756 w 337511"/>
                  <a:gd name="connsiteY3" fmla="*/ 337511 h 337511"/>
                </a:gdLst>
                <a:ahLst/>
                <a:cxnLst>
                  <a:cxn ang="10800000">
                    <a:pos x="connsiteX0" y="connsiteY0"/>
                  </a:cxn>
                  <a:cxn ang="16200000">
                    <a:pos x="connsiteX1" y="connsiteY1"/>
                  </a:cxn>
                  <a:cxn ang="0">
                    <a:pos x="connsiteX2" y="connsiteY2"/>
                  </a:cxn>
                  <a:cxn ang="5400000">
                    <a:pos x="connsiteX3" y="connsiteY3"/>
                  </a:cxn>
                </a:cxnLst>
                <a:rect l="l" t="t" r="r" b="b"/>
                <a:pathLst>
                  <a:path w="337511" h="337511" stroke="0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  <a:path w="337511" h="337511" fill="none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</a:pathLst>
              </a:custGeom>
              <a:solidFill>
                <a:srgbClr val="FFFFFF"/>
              </a:solidFill>
              <a:ln w="7600" cap="flat">
                <a:solidFill>
                  <a:srgbClr val="101843"/>
                </a:solidFill>
                <a:miter/>
              </a:ln>
            </p:spPr>
            <p:txBody>
              <a:bodyPr wrap="square" lIns="38100" tIns="38100" rIns="38100" bIns="38100" rtlCol="0" anchor="ctr"/>
              <a:lstStyle/>
              <a:p>
                <a:pPr algn="ctr"/>
                <a:r>
                  <a:rPr lang="zh-CN" altLang="en-US" sz="760" dirty="0">
                    <a:solidFill>
                      <a:srgbClr val="191919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氢电</a:t>
                </a:r>
                <a:endPara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52" name="正方形"/>
              <p:cNvSpPr/>
              <p:nvPr/>
            </p:nvSpPr>
            <p:spPr>
              <a:xfrm>
                <a:off x="4267819" y="3649968"/>
                <a:ext cx="337511" cy="337511"/>
              </a:xfrm>
              <a:custGeom>
                <a:avLst/>
                <a:gdLst>
                  <a:gd name="connsiteX0" fmla="*/ 0 w 337511"/>
                  <a:gd name="connsiteY0" fmla="*/ 168756 h 337511"/>
                  <a:gd name="connsiteX1" fmla="*/ 168756 w 337511"/>
                  <a:gd name="connsiteY1" fmla="*/ 0 h 337511"/>
                  <a:gd name="connsiteX2" fmla="*/ 337511 w 337511"/>
                  <a:gd name="connsiteY2" fmla="*/ 168756 h 337511"/>
                  <a:gd name="connsiteX3" fmla="*/ 168756 w 337511"/>
                  <a:gd name="connsiteY3" fmla="*/ 337511 h 337511"/>
                </a:gdLst>
                <a:ahLst/>
                <a:cxnLst>
                  <a:cxn ang="10800000">
                    <a:pos x="connsiteX0" y="connsiteY0"/>
                  </a:cxn>
                  <a:cxn ang="16200000">
                    <a:pos x="connsiteX1" y="connsiteY1"/>
                  </a:cxn>
                  <a:cxn ang="0">
                    <a:pos x="connsiteX2" y="connsiteY2"/>
                  </a:cxn>
                  <a:cxn ang="5400000">
                    <a:pos x="connsiteX3" y="connsiteY3"/>
                  </a:cxn>
                </a:cxnLst>
                <a:rect l="l" t="t" r="r" b="b"/>
                <a:pathLst>
                  <a:path w="337511" h="337511" stroke="0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  <a:path w="337511" h="337511" fill="none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</a:pathLst>
              </a:custGeom>
              <a:solidFill>
                <a:srgbClr val="FFFFFF"/>
              </a:solidFill>
              <a:ln w="7600" cap="flat">
                <a:solidFill>
                  <a:srgbClr val="101843"/>
                </a:solidFill>
                <a:miter/>
              </a:ln>
            </p:spPr>
            <p:txBody>
              <a:bodyPr wrap="square" lIns="38100" tIns="38100" rIns="38100" bIns="38100" rtlCol="0" anchor="ctr"/>
              <a:lstStyle/>
              <a:p>
                <a:pPr algn="ctr"/>
                <a:r>
                  <a:rPr lang="zh-CN" altLang="en-US" sz="760" dirty="0">
                    <a:solidFill>
                      <a:srgbClr val="191919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钒电</a:t>
                </a:r>
                <a:endPara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53" name="正方形"/>
              <p:cNvSpPr/>
              <p:nvPr/>
            </p:nvSpPr>
            <p:spPr>
              <a:xfrm>
                <a:off x="4267819" y="4223403"/>
                <a:ext cx="337511" cy="337511"/>
              </a:xfrm>
              <a:custGeom>
                <a:avLst/>
                <a:gdLst>
                  <a:gd name="connsiteX0" fmla="*/ 0 w 337511"/>
                  <a:gd name="connsiteY0" fmla="*/ 168756 h 337511"/>
                  <a:gd name="connsiteX1" fmla="*/ 168756 w 337511"/>
                  <a:gd name="connsiteY1" fmla="*/ 0 h 337511"/>
                  <a:gd name="connsiteX2" fmla="*/ 337511 w 337511"/>
                  <a:gd name="connsiteY2" fmla="*/ 168756 h 337511"/>
                  <a:gd name="connsiteX3" fmla="*/ 168756 w 337511"/>
                  <a:gd name="connsiteY3" fmla="*/ 337511 h 337511"/>
                </a:gdLst>
                <a:ahLst/>
                <a:cxnLst>
                  <a:cxn ang="10800000">
                    <a:pos x="connsiteX0" y="connsiteY0"/>
                  </a:cxn>
                  <a:cxn ang="16200000">
                    <a:pos x="connsiteX1" y="connsiteY1"/>
                  </a:cxn>
                  <a:cxn ang="0">
                    <a:pos x="connsiteX2" y="connsiteY2"/>
                  </a:cxn>
                  <a:cxn ang="5400000">
                    <a:pos x="connsiteX3" y="connsiteY3"/>
                  </a:cxn>
                </a:cxnLst>
                <a:rect l="l" t="t" r="r" b="b"/>
                <a:pathLst>
                  <a:path w="337511" h="337511" stroke="0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  <a:path w="337511" h="337511" fill="none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</a:pathLst>
              </a:custGeom>
              <a:solidFill>
                <a:srgbClr val="FFFFFF"/>
              </a:solidFill>
              <a:ln w="7600" cap="flat">
                <a:solidFill>
                  <a:srgbClr val="101843"/>
                </a:solidFill>
                <a:miter/>
              </a:ln>
            </p:spPr>
            <p:txBody>
              <a:bodyPr wrap="square" lIns="38100" tIns="38100" rIns="38100" bIns="38100" rtlCol="0" anchor="ctr"/>
              <a:lstStyle/>
              <a:p>
                <a:pPr algn="ctr"/>
                <a:r>
                  <a:rPr lang="zh-CN" altLang="en-US" sz="760" dirty="0">
                    <a:solidFill>
                      <a:srgbClr val="191919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钠电</a:t>
                </a:r>
                <a:endPara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54" name="正方形"/>
              <p:cNvSpPr/>
              <p:nvPr/>
            </p:nvSpPr>
            <p:spPr>
              <a:xfrm>
                <a:off x="4267819" y="4796838"/>
                <a:ext cx="337511" cy="337511"/>
              </a:xfrm>
              <a:custGeom>
                <a:avLst/>
                <a:gdLst>
                  <a:gd name="connsiteX0" fmla="*/ 0 w 337511"/>
                  <a:gd name="connsiteY0" fmla="*/ 168756 h 337511"/>
                  <a:gd name="connsiteX1" fmla="*/ 168756 w 337511"/>
                  <a:gd name="connsiteY1" fmla="*/ 0 h 337511"/>
                  <a:gd name="connsiteX2" fmla="*/ 337511 w 337511"/>
                  <a:gd name="connsiteY2" fmla="*/ 168756 h 337511"/>
                  <a:gd name="connsiteX3" fmla="*/ 168756 w 337511"/>
                  <a:gd name="connsiteY3" fmla="*/ 337511 h 337511"/>
                </a:gdLst>
                <a:ahLst/>
                <a:cxnLst>
                  <a:cxn ang="10800000">
                    <a:pos x="connsiteX0" y="connsiteY0"/>
                  </a:cxn>
                  <a:cxn ang="16200000">
                    <a:pos x="connsiteX1" y="connsiteY1"/>
                  </a:cxn>
                  <a:cxn ang="0">
                    <a:pos x="connsiteX2" y="connsiteY2"/>
                  </a:cxn>
                  <a:cxn ang="5400000">
                    <a:pos x="connsiteX3" y="connsiteY3"/>
                  </a:cxn>
                </a:cxnLst>
                <a:rect l="l" t="t" r="r" b="b"/>
                <a:pathLst>
                  <a:path w="337511" h="337511" stroke="0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  <a:path w="337511" h="337511" fill="none">
                    <a:moveTo>
                      <a:pt x="337511" y="337511"/>
                    </a:moveTo>
                    <a:lnTo>
                      <a:pt x="337511" y="0"/>
                    </a:lnTo>
                    <a:lnTo>
                      <a:pt x="0" y="0"/>
                    </a:lnTo>
                    <a:lnTo>
                      <a:pt x="0" y="337511"/>
                    </a:lnTo>
                    <a:lnTo>
                      <a:pt x="337511" y="337511"/>
                    </a:lnTo>
                    <a:close/>
                  </a:path>
                </a:pathLst>
              </a:custGeom>
              <a:solidFill>
                <a:srgbClr val="FFFFFF"/>
              </a:solidFill>
              <a:ln w="7600" cap="flat">
                <a:solidFill>
                  <a:srgbClr val="101843"/>
                </a:solidFill>
                <a:miter/>
              </a:ln>
            </p:spPr>
            <p:txBody>
              <a:bodyPr wrap="square" lIns="38100" tIns="38100" rIns="38100" bIns="38100" rtlCol="0" anchor="ctr"/>
              <a:lstStyle/>
              <a:p>
                <a:pPr algn="ctr"/>
                <a:r>
                  <a:rPr lang="zh-CN" altLang="en-US" sz="760" dirty="0">
                    <a:solidFill>
                      <a:srgbClr val="191919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铁硫</a:t>
                </a:r>
                <a:endPara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sp>
          <p:nvSpPr>
            <p:cNvPr id="166" name="正方形"/>
            <p:cNvSpPr/>
            <p:nvPr/>
          </p:nvSpPr>
          <p:spPr>
            <a:xfrm>
              <a:off x="9659" y="4949"/>
              <a:ext cx="1020" cy="443"/>
            </a:xfrm>
            <a:custGeom>
              <a:avLst/>
              <a:gdLst>
                <a:gd name="connsiteX0" fmla="*/ 0 w 647400"/>
                <a:gd name="connsiteY0" fmla="*/ 140543 h 281087"/>
                <a:gd name="connsiteX1" fmla="*/ 323700 w 647400"/>
                <a:gd name="connsiteY1" fmla="*/ 0 h 281087"/>
                <a:gd name="connsiteX2" fmla="*/ 647400 w 647400"/>
                <a:gd name="connsiteY2" fmla="*/ 140543 h 281087"/>
                <a:gd name="connsiteX3" fmla="*/ 323700 w 647400"/>
                <a:gd name="connsiteY3" fmla="*/ 281087 h 28108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47400" h="281087" stroke="0">
                  <a:moveTo>
                    <a:pt x="647400" y="281087"/>
                  </a:moveTo>
                  <a:lnTo>
                    <a:pt x="647400" y="0"/>
                  </a:lnTo>
                  <a:lnTo>
                    <a:pt x="0" y="0"/>
                  </a:lnTo>
                  <a:lnTo>
                    <a:pt x="0" y="281087"/>
                  </a:lnTo>
                  <a:lnTo>
                    <a:pt x="647400" y="281087"/>
                  </a:lnTo>
                  <a:close/>
                </a:path>
                <a:path w="647400" h="281087" fill="none">
                  <a:moveTo>
                    <a:pt x="647400" y="281087"/>
                  </a:moveTo>
                  <a:lnTo>
                    <a:pt x="647400" y="0"/>
                  </a:lnTo>
                  <a:lnTo>
                    <a:pt x="0" y="0"/>
                  </a:lnTo>
                  <a:lnTo>
                    <a:pt x="0" y="281087"/>
                  </a:lnTo>
                  <a:lnTo>
                    <a:pt x="647400" y="281087"/>
                  </a:lnTo>
                  <a:close/>
                </a:path>
              </a:pathLst>
            </a:custGeom>
            <a:solidFill>
              <a:srgbClr val="FFFFFF"/>
            </a:solidFill>
            <a:ln w="7600" cap="flat">
              <a:solidFill>
                <a:srgbClr val="101843"/>
              </a:solidFill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104-&gt;redis</a:t>
              </a:r>
              <a:endParaRPr lang="zh-CN" altLang="en-US" sz="760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7" name="ConnectLine"/>
            <p:cNvSpPr/>
            <p:nvPr/>
          </p:nvSpPr>
          <p:spPr>
            <a:xfrm>
              <a:off x="9247" y="5170"/>
              <a:ext cx="412" cy="12"/>
            </a:xfrm>
            <a:custGeom>
              <a:avLst/>
              <a:gdLst/>
              <a:ahLst/>
              <a:cxnLst/>
              <a:rect l="l" t="t" r="r" b="b"/>
              <a:pathLst>
                <a:path w="261560" h="7600" fill="none">
                  <a:moveTo>
                    <a:pt x="0" y="0"/>
                  </a:moveTo>
                  <a:lnTo>
                    <a:pt x="26156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68" name="ConnectLine"/>
            <p:cNvSpPr/>
            <p:nvPr/>
          </p:nvSpPr>
          <p:spPr>
            <a:xfrm>
              <a:off x="10678" y="5170"/>
              <a:ext cx="1013" cy="12"/>
            </a:xfrm>
            <a:custGeom>
              <a:avLst/>
              <a:gdLst/>
              <a:ahLst/>
              <a:cxnLst/>
              <a:rect l="l" t="t" r="r" b="b"/>
              <a:pathLst>
                <a:path w="643183" h="7600" fill="none">
                  <a:moveTo>
                    <a:pt x="0" y="0"/>
                  </a:moveTo>
                  <a:lnTo>
                    <a:pt x="643183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69" name="ConnectLine"/>
            <p:cNvSpPr/>
            <p:nvPr/>
          </p:nvSpPr>
          <p:spPr>
            <a:xfrm>
              <a:off x="10169" y="5402"/>
              <a:ext cx="12" cy="572"/>
            </a:xfrm>
            <a:custGeom>
              <a:avLst/>
              <a:gdLst/>
              <a:ahLst/>
              <a:cxnLst/>
              <a:rect l="l" t="t" r="r" b="b"/>
              <a:pathLst>
                <a:path w="7600" h="363484" fill="none">
                  <a:moveTo>
                    <a:pt x="0" y="363484"/>
                  </a:moveTo>
                  <a:lnTo>
                    <a:pt x="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70" name="ConnectLine"/>
            <p:cNvSpPr/>
            <p:nvPr/>
          </p:nvSpPr>
          <p:spPr>
            <a:xfrm>
              <a:off x="12018" y="5392"/>
              <a:ext cx="12" cy="642"/>
            </a:xfrm>
            <a:custGeom>
              <a:avLst/>
              <a:gdLst/>
              <a:ahLst/>
              <a:cxnLst/>
              <a:rect l="l" t="t" r="r" b="b"/>
              <a:pathLst>
                <a:path w="7600" h="407831" fill="none">
                  <a:moveTo>
                    <a:pt x="0" y="0"/>
                  </a:moveTo>
                  <a:lnTo>
                    <a:pt x="0" y="407831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tailEnd type="triangle" w="med" len="med"/>
            </a:ln>
          </p:spPr>
        </p:sp>
        <p:sp>
          <p:nvSpPr>
            <p:cNvPr id="171" name="ConnectLine"/>
            <p:cNvSpPr/>
            <p:nvPr/>
          </p:nvSpPr>
          <p:spPr>
            <a:xfrm>
              <a:off x="7720" y="4948"/>
              <a:ext cx="12" cy="3053"/>
            </a:xfrm>
            <a:custGeom>
              <a:avLst/>
              <a:gdLst/>
              <a:ahLst/>
              <a:cxnLst/>
              <a:rect l="l" t="t" r="r" b="b"/>
              <a:pathLst>
                <a:path w="7600" h="1938898" fill="none">
                  <a:moveTo>
                    <a:pt x="0" y="0"/>
                  </a:moveTo>
                  <a:lnTo>
                    <a:pt x="0" y="1938898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</a:ln>
          </p:spPr>
        </p:sp>
        <p:sp>
          <p:nvSpPr>
            <p:cNvPr id="172" name="ConnectLine"/>
            <p:cNvSpPr/>
            <p:nvPr/>
          </p:nvSpPr>
          <p:spPr>
            <a:xfrm>
              <a:off x="7720" y="5170"/>
              <a:ext cx="507" cy="12"/>
            </a:xfrm>
            <a:custGeom>
              <a:avLst/>
              <a:gdLst/>
              <a:ahLst/>
              <a:cxnLst/>
              <a:rect l="l" t="t" r="r" b="b"/>
              <a:pathLst>
                <a:path w="322049" h="7600" fill="none">
                  <a:moveTo>
                    <a:pt x="322049" y="0"/>
                  </a:moveTo>
                  <a:lnTo>
                    <a:pt x="0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headEnd type="triangle" w="med" len="med"/>
              <a:tailEnd type="triangle" w="med" len="med"/>
            </a:ln>
          </p:spPr>
        </p:sp>
        <p:sp>
          <p:nvSpPr>
            <p:cNvPr id="173" name="ConnectLine"/>
            <p:cNvSpPr/>
            <p:nvPr/>
          </p:nvSpPr>
          <p:spPr>
            <a:xfrm>
              <a:off x="7252" y="5170"/>
              <a:ext cx="468" cy="12"/>
            </a:xfrm>
            <a:custGeom>
              <a:avLst/>
              <a:gdLst/>
              <a:ahLst/>
              <a:cxnLst/>
              <a:rect l="l" t="t" r="r" b="b"/>
              <a:pathLst>
                <a:path w="296999" h="7600" fill="none">
                  <a:moveTo>
                    <a:pt x="0" y="0"/>
                  </a:moveTo>
                  <a:lnTo>
                    <a:pt x="296999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headEnd type="triangle" w="med" len="med"/>
              <a:tailEnd type="triangle" w="med" len="med"/>
            </a:ln>
          </p:spPr>
        </p:sp>
        <p:sp>
          <p:nvSpPr>
            <p:cNvPr id="174" name="ConnectLine"/>
            <p:cNvSpPr/>
            <p:nvPr/>
          </p:nvSpPr>
          <p:spPr>
            <a:xfrm>
              <a:off x="7252" y="6014"/>
              <a:ext cx="468" cy="12"/>
            </a:xfrm>
            <a:custGeom>
              <a:avLst/>
              <a:gdLst/>
              <a:ahLst/>
              <a:cxnLst/>
              <a:rect l="l" t="t" r="r" b="b"/>
              <a:pathLst>
                <a:path w="296999" h="7600" fill="none">
                  <a:moveTo>
                    <a:pt x="0" y="0"/>
                  </a:moveTo>
                  <a:lnTo>
                    <a:pt x="296999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headEnd type="triangle" w="med" len="med"/>
              <a:tailEnd type="triangle" w="med" len="med"/>
            </a:ln>
          </p:spPr>
        </p:sp>
        <p:sp>
          <p:nvSpPr>
            <p:cNvPr id="175" name="ConnectLine"/>
            <p:cNvSpPr/>
            <p:nvPr/>
          </p:nvSpPr>
          <p:spPr>
            <a:xfrm>
              <a:off x="7252" y="6917"/>
              <a:ext cx="468" cy="12"/>
            </a:xfrm>
            <a:custGeom>
              <a:avLst/>
              <a:gdLst/>
              <a:ahLst/>
              <a:cxnLst/>
              <a:rect l="l" t="t" r="r" b="b"/>
              <a:pathLst>
                <a:path w="296999" h="7600" fill="none">
                  <a:moveTo>
                    <a:pt x="0" y="0"/>
                  </a:moveTo>
                  <a:lnTo>
                    <a:pt x="296999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headEnd type="triangle" w="med" len="med"/>
              <a:tailEnd type="triangle" w="med" len="med"/>
            </a:ln>
          </p:spPr>
        </p:sp>
        <p:sp>
          <p:nvSpPr>
            <p:cNvPr id="176" name="ConnectLine"/>
            <p:cNvSpPr/>
            <p:nvPr/>
          </p:nvSpPr>
          <p:spPr>
            <a:xfrm>
              <a:off x="7252" y="7820"/>
              <a:ext cx="468" cy="12"/>
            </a:xfrm>
            <a:custGeom>
              <a:avLst/>
              <a:gdLst/>
              <a:ahLst/>
              <a:cxnLst/>
              <a:rect l="l" t="t" r="r" b="b"/>
              <a:pathLst>
                <a:path w="296999" h="7600" fill="none">
                  <a:moveTo>
                    <a:pt x="0" y="0"/>
                  </a:moveTo>
                  <a:lnTo>
                    <a:pt x="296999" y="0"/>
                  </a:lnTo>
                </a:path>
              </a:pathLst>
            </a:custGeom>
            <a:noFill/>
            <a:ln w="7600" cap="flat">
              <a:solidFill>
                <a:srgbClr val="191919"/>
              </a:solidFill>
              <a:miter/>
              <a:headEnd type="triangle" w="med" len="med"/>
              <a:tailEnd type="triangle" w="med" len="med"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WPS Presentation</Application>
  <PresentationFormat>0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Arial Unicode MS</vt:lpstr>
      <vt:lpstr>Calibri Light</vt:lpstr>
      <vt:lpstr>Calibri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fly10</dc:creator>
  <cp:lastModifiedBy>fly10</cp:lastModifiedBy>
  <cp:revision>2</cp:revision>
  <dcterms:created xsi:type="dcterms:W3CDTF">2026-01-02T17:36:00Z</dcterms:created>
  <dcterms:modified xsi:type="dcterms:W3CDTF">2026-01-02T10:05:19Z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83815CF3F77346B8A0B43EFEBEF90591_12</vt:lpwstr>
  </property>
  <property fmtid="{D5CDD505-2E9C-101B-9397-08002B2CF9AE}" pid="3" name="KSOProductBuildVer">
    <vt:lpwstr>1033-12.2.0.23196</vt:lpwstr>
  </property>
</Properties>
</file>