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2AA3-2E20-47C0-BA88-04677EB499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E1622-0C31-46E6-8822-D97B4C28C2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60DB7-6E48-4466-B7A9-24611520A4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7CD6-334A-41AE-9AE2-B93EEDD81D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页-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1254125" y="662940"/>
            <a:ext cx="3187065" cy="2190115"/>
            <a:chOff x="2926" y="4439"/>
            <a:chExt cx="5019" cy="3449"/>
          </a:xfrm>
        </p:grpSpPr>
        <p:sp>
          <p:nvSpPr>
            <p:cNvPr id="102" name="正方形"/>
            <p:cNvSpPr/>
            <p:nvPr/>
          </p:nvSpPr>
          <p:spPr>
            <a:xfrm>
              <a:off x="5089" y="4707"/>
              <a:ext cx="532" cy="532"/>
            </a:xfrm>
            <a:custGeom>
              <a:avLst/>
              <a:gdLst>
                <a:gd name="connsiteX0" fmla="*/ 0 w 337512"/>
                <a:gd name="connsiteY0" fmla="*/ 168756 h 337512"/>
                <a:gd name="connsiteX1" fmla="*/ 168756 w 337512"/>
                <a:gd name="connsiteY1" fmla="*/ 0 h 337512"/>
                <a:gd name="connsiteX2" fmla="*/ 337512 w 337512"/>
                <a:gd name="connsiteY2" fmla="*/ 168756 h 337512"/>
                <a:gd name="connsiteX3" fmla="*/ 168756 w 337512"/>
                <a:gd name="connsiteY3" fmla="*/ 337512 h 337512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337512" h="337512" stroke="0">
                  <a:moveTo>
                    <a:pt x="337512" y="337512"/>
                  </a:moveTo>
                  <a:lnTo>
                    <a:pt x="337512" y="0"/>
                  </a:lnTo>
                  <a:lnTo>
                    <a:pt x="0" y="0"/>
                  </a:lnTo>
                  <a:lnTo>
                    <a:pt x="0" y="337512"/>
                  </a:lnTo>
                  <a:lnTo>
                    <a:pt x="337512" y="337512"/>
                  </a:lnTo>
                  <a:close/>
                </a:path>
                <a:path w="337512" h="337512" fill="none">
                  <a:moveTo>
                    <a:pt x="337512" y="337512"/>
                  </a:moveTo>
                  <a:lnTo>
                    <a:pt x="337512" y="0"/>
                  </a:lnTo>
                  <a:lnTo>
                    <a:pt x="0" y="0"/>
                  </a:lnTo>
                  <a:lnTo>
                    <a:pt x="0" y="337512"/>
                  </a:lnTo>
                  <a:lnTo>
                    <a:pt x="337512" y="337512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通讯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3" name="正方形"/>
            <p:cNvSpPr/>
            <p:nvPr/>
          </p:nvSpPr>
          <p:spPr>
            <a:xfrm>
              <a:off x="6751" y="4439"/>
              <a:ext cx="872" cy="1068"/>
            </a:xfrm>
            <a:custGeom>
              <a:avLst/>
              <a:gdLst>
                <a:gd name="connsiteX0" fmla="*/ 0 w 553428"/>
                <a:gd name="connsiteY0" fmla="*/ 339024 h 678047"/>
                <a:gd name="connsiteX1" fmla="*/ 276714 w 553428"/>
                <a:gd name="connsiteY1" fmla="*/ 0 h 678047"/>
                <a:gd name="connsiteX2" fmla="*/ 553428 w 553428"/>
                <a:gd name="connsiteY2" fmla="*/ 339024 h 678047"/>
                <a:gd name="connsiteX3" fmla="*/ 276714 w 553428"/>
                <a:gd name="connsiteY3" fmla="*/ 678047 h 678047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553428" h="678047" stroke="0">
                  <a:moveTo>
                    <a:pt x="553428" y="678047"/>
                  </a:moveTo>
                  <a:lnTo>
                    <a:pt x="553428" y="0"/>
                  </a:lnTo>
                  <a:lnTo>
                    <a:pt x="0" y="0"/>
                  </a:lnTo>
                  <a:lnTo>
                    <a:pt x="0" y="678047"/>
                  </a:lnTo>
                  <a:lnTo>
                    <a:pt x="553428" y="678047"/>
                  </a:lnTo>
                  <a:close/>
                </a:path>
                <a:path w="553428" h="678047" fill="none">
                  <a:moveTo>
                    <a:pt x="553428" y="678047"/>
                  </a:moveTo>
                  <a:lnTo>
                    <a:pt x="553428" y="0"/>
                  </a:lnTo>
                  <a:lnTo>
                    <a:pt x="0" y="0"/>
                  </a:lnTo>
                  <a:lnTo>
                    <a:pt x="0" y="678047"/>
                  </a:lnTo>
                  <a:lnTo>
                    <a:pt x="553428" y="678047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数据库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4" name="ConnectLine"/>
            <p:cNvSpPr/>
            <p:nvPr/>
          </p:nvSpPr>
          <p:spPr>
            <a:xfrm>
              <a:off x="5621" y="4973"/>
              <a:ext cx="1131" cy="12"/>
            </a:xfrm>
            <a:custGeom>
              <a:avLst/>
              <a:gdLst/>
              <a:ahLst/>
              <a:cxnLst/>
              <a:rect l="l" t="t" r="r" b="b"/>
              <a:pathLst>
                <a:path w="718110" h="7600" fill="none">
                  <a:moveTo>
                    <a:pt x="0" y="0"/>
                  </a:moveTo>
                  <a:lnTo>
                    <a:pt x="718110" y="0"/>
                  </a:lnTo>
                </a:path>
              </a:pathLst>
            </a:custGeom>
            <a:noFill/>
            <a:ln w="7600" cap="flat">
              <a:solidFill>
                <a:srgbClr val="191919"/>
              </a:solidFill>
              <a:miter/>
              <a:tailEnd type="triangle" w="med" len="med"/>
            </a:ln>
          </p:spPr>
        </p:sp>
        <p:sp>
          <p:nvSpPr>
            <p:cNvPr id="105" name="正方形"/>
            <p:cNvSpPr/>
            <p:nvPr/>
          </p:nvSpPr>
          <p:spPr>
            <a:xfrm>
              <a:off x="6751" y="5917"/>
              <a:ext cx="872" cy="1068"/>
            </a:xfrm>
            <a:custGeom>
              <a:avLst/>
              <a:gdLst>
                <a:gd name="connsiteX0" fmla="*/ 0 w 553428"/>
                <a:gd name="connsiteY0" fmla="*/ 339024 h 678048"/>
                <a:gd name="connsiteX1" fmla="*/ 276714 w 553428"/>
                <a:gd name="connsiteY1" fmla="*/ 0 h 678048"/>
                <a:gd name="connsiteX2" fmla="*/ 553428 w 553428"/>
                <a:gd name="connsiteY2" fmla="*/ 339024 h 678048"/>
                <a:gd name="connsiteX3" fmla="*/ 276714 w 553428"/>
                <a:gd name="connsiteY3" fmla="*/ 678048 h 678048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553428" h="678048" stroke="0">
                  <a:moveTo>
                    <a:pt x="553428" y="678048"/>
                  </a:moveTo>
                  <a:lnTo>
                    <a:pt x="553428" y="0"/>
                  </a:lnTo>
                  <a:lnTo>
                    <a:pt x="0" y="0"/>
                  </a:lnTo>
                  <a:lnTo>
                    <a:pt x="0" y="678048"/>
                  </a:lnTo>
                  <a:lnTo>
                    <a:pt x="553428" y="678048"/>
                  </a:lnTo>
                  <a:close/>
                </a:path>
                <a:path w="553428" h="678048" fill="none">
                  <a:moveTo>
                    <a:pt x="553428" y="678048"/>
                  </a:moveTo>
                  <a:lnTo>
                    <a:pt x="553428" y="0"/>
                  </a:lnTo>
                  <a:lnTo>
                    <a:pt x="0" y="0"/>
                  </a:lnTo>
                  <a:lnTo>
                    <a:pt x="0" y="678048"/>
                  </a:lnTo>
                  <a:lnTo>
                    <a:pt x="553428" y="678048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计算程序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6" name="ConnectLine"/>
            <p:cNvSpPr/>
            <p:nvPr/>
          </p:nvSpPr>
          <p:spPr>
            <a:xfrm>
              <a:off x="7187" y="5507"/>
              <a:ext cx="12" cy="410"/>
            </a:xfrm>
            <a:custGeom>
              <a:avLst/>
              <a:gdLst/>
              <a:ahLst/>
              <a:cxnLst/>
              <a:rect l="l" t="t" r="r" b="b"/>
              <a:pathLst>
                <a:path w="7600" h="260598" fill="none">
                  <a:moveTo>
                    <a:pt x="0" y="0"/>
                  </a:moveTo>
                  <a:lnTo>
                    <a:pt x="0" y="260598"/>
                  </a:lnTo>
                </a:path>
              </a:pathLst>
            </a:custGeom>
            <a:noFill/>
            <a:ln w="7600" cap="flat">
              <a:solidFill>
                <a:srgbClr val="191919"/>
              </a:solidFill>
              <a:miter/>
              <a:tailEnd type="triangle" w="med" len="med"/>
            </a:ln>
          </p:spPr>
        </p:sp>
        <p:sp>
          <p:nvSpPr>
            <p:cNvPr id="107" name="ConnectLine"/>
            <p:cNvSpPr/>
            <p:nvPr/>
          </p:nvSpPr>
          <p:spPr>
            <a:xfrm>
              <a:off x="7623" y="4973"/>
              <a:ext cx="323" cy="1478"/>
            </a:xfrm>
            <a:custGeom>
              <a:avLst/>
              <a:gdLst/>
              <a:ahLst/>
              <a:cxnLst/>
              <a:rect l="l" t="t" r="r" b="b"/>
              <a:pathLst>
                <a:path w="205375" h="938646" fill="none">
                  <a:moveTo>
                    <a:pt x="0" y="938646"/>
                  </a:moveTo>
                  <a:lnTo>
                    <a:pt x="205375" y="938646"/>
                  </a:lnTo>
                  <a:lnTo>
                    <a:pt x="205375" y="0"/>
                  </a:lnTo>
                  <a:lnTo>
                    <a:pt x="0" y="0"/>
                  </a:lnTo>
                </a:path>
              </a:pathLst>
            </a:custGeom>
            <a:noFill/>
            <a:ln w="7600" cap="flat">
              <a:solidFill>
                <a:srgbClr val="191919"/>
              </a:solidFill>
              <a:miter/>
              <a:tailEnd type="triangle" w="med" len="med"/>
            </a:ln>
          </p:spPr>
        </p:sp>
        <p:sp>
          <p:nvSpPr>
            <p:cNvPr id="108" name="ConnectLine"/>
            <p:cNvSpPr/>
            <p:nvPr/>
          </p:nvSpPr>
          <p:spPr>
            <a:xfrm>
              <a:off x="5355" y="5250"/>
              <a:ext cx="1397" cy="1201"/>
            </a:xfrm>
            <a:custGeom>
              <a:avLst/>
              <a:gdLst/>
              <a:ahLst/>
              <a:cxnLst/>
              <a:rect l="l" t="t" r="r" b="b"/>
              <a:pathLst>
                <a:path w="886866" h="762888" fill="none">
                  <a:moveTo>
                    <a:pt x="886866" y="762888"/>
                  </a:moveTo>
                  <a:lnTo>
                    <a:pt x="0" y="762888"/>
                  </a:lnTo>
                  <a:lnTo>
                    <a:pt x="0" y="0"/>
                  </a:lnTo>
                </a:path>
              </a:pathLst>
            </a:custGeom>
            <a:noFill/>
            <a:ln w="7600" cap="flat">
              <a:solidFill>
                <a:srgbClr val="191919"/>
              </a:solidFill>
              <a:miter/>
              <a:tailEnd type="triangle" w="med" len="med"/>
            </a:ln>
          </p:spPr>
        </p:sp>
        <p:sp>
          <p:nvSpPr>
            <p:cNvPr id="109" name="Rectangle"/>
            <p:cNvSpPr/>
            <p:nvPr/>
          </p:nvSpPr>
          <p:spPr>
            <a:xfrm>
              <a:off x="5414" y="5550"/>
              <a:ext cx="1436" cy="323"/>
            </a:xfrm>
            <a:custGeom>
              <a:avLst/>
              <a:gdLst/>
              <a:ahLst/>
              <a:cxnLst/>
              <a:rect l="l" t="t" r="r" b="b"/>
              <a:pathLst>
                <a:path w="912000" h="2052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205200"/>
                  </a:lnTo>
                  <a:lnTo>
                    <a:pt x="0" y="205200"/>
                  </a:lnTo>
                  <a:lnTo>
                    <a:pt x="0" y="0"/>
                  </a:lnTo>
                  <a:close/>
                </a:path>
                <a:path w="912000" h="2052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205200"/>
                  </a:lnTo>
                  <a:lnTo>
                    <a:pt x="0" y="205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遥测遥信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0" name="Rectangle"/>
            <p:cNvSpPr/>
            <p:nvPr/>
          </p:nvSpPr>
          <p:spPr>
            <a:xfrm>
              <a:off x="5041" y="6475"/>
              <a:ext cx="1436" cy="323"/>
            </a:xfrm>
            <a:custGeom>
              <a:avLst/>
              <a:gdLst/>
              <a:ahLst/>
              <a:cxnLst/>
              <a:rect l="l" t="t" r="r" b="b"/>
              <a:pathLst>
                <a:path w="912000" h="205200" stroke="0">
                  <a:moveTo>
                    <a:pt x="0" y="0"/>
                  </a:moveTo>
                  <a:lnTo>
                    <a:pt x="912000" y="0"/>
                  </a:lnTo>
                  <a:lnTo>
                    <a:pt x="912000" y="205200"/>
                  </a:lnTo>
                  <a:lnTo>
                    <a:pt x="0" y="205200"/>
                  </a:lnTo>
                  <a:lnTo>
                    <a:pt x="0" y="0"/>
                  </a:lnTo>
                  <a:close/>
                </a:path>
                <a:path w="912000" h="205200" fill="none">
                  <a:moveTo>
                    <a:pt x="0" y="0"/>
                  </a:moveTo>
                  <a:lnTo>
                    <a:pt x="912000" y="0"/>
                  </a:lnTo>
                  <a:lnTo>
                    <a:pt x="912000" y="205200"/>
                  </a:lnTo>
                  <a:lnTo>
                    <a:pt x="0" y="2052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600" cap="flat">
              <a:noFill/>
              <a:miter/>
            </a:ln>
          </p:spPr>
          <p:txBody>
            <a:bodyPr wrap="square" lIns="38100" tIns="38100" rIns="38100" bIns="38100" rtlCol="0" anchor="t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遥控遥调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1" name="正方形"/>
            <p:cNvSpPr/>
            <p:nvPr/>
          </p:nvSpPr>
          <p:spPr>
            <a:xfrm>
              <a:off x="2926" y="4707"/>
              <a:ext cx="532" cy="532"/>
            </a:xfrm>
            <a:custGeom>
              <a:avLst/>
              <a:gdLst>
                <a:gd name="connsiteX0" fmla="*/ 0 w 337511"/>
                <a:gd name="connsiteY0" fmla="*/ 168756 h 337511"/>
                <a:gd name="connsiteX1" fmla="*/ 168756 w 337511"/>
                <a:gd name="connsiteY1" fmla="*/ 0 h 337511"/>
                <a:gd name="connsiteX2" fmla="*/ 337511 w 337511"/>
                <a:gd name="connsiteY2" fmla="*/ 168756 h 337511"/>
                <a:gd name="connsiteX3" fmla="*/ 168756 w 337511"/>
                <a:gd name="connsiteY3" fmla="*/ 337511 h 337511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337511" h="337511" stroke="0">
                  <a:moveTo>
                    <a:pt x="337511" y="337511"/>
                  </a:moveTo>
                  <a:lnTo>
                    <a:pt x="337511" y="0"/>
                  </a:lnTo>
                  <a:lnTo>
                    <a:pt x="0" y="0"/>
                  </a:lnTo>
                  <a:lnTo>
                    <a:pt x="0" y="337511"/>
                  </a:lnTo>
                  <a:lnTo>
                    <a:pt x="337511" y="337511"/>
                  </a:lnTo>
                  <a:close/>
                </a:path>
                <a:path w="337511" h="337511" fill="none">
                  <a:moveTo>
                    <a:pt x="337511" y="337511"/>
                  </a:moveTo>
                  <a:lnTo>
                    <a:pt x="337511" y="0"/>
                  </a:lnTo>
                  <a:lnTo>
                    <a:pt x="0" y="0"/>
                  </a:lnTo>
                  <a:lnTo>
                    <a:pt x="0" y="337511"/>
                  </a:lnTo>
                  <a:lnTo>
                    <a:pt x="337511" y="337511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氢电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2" name="正方形"/>
            <p:cNvSpPr/>
            <p:nvPr/>
          </p:nvSpPr>
          <p:spPr>
            <a:xfrm>
              <a:off x="2926" y="5550"/>
              <a:ext cx="532" cy="532"/>
            </a:xfrm>
            <a:custGeom>
              <a:avLst/>
              <a:gdLst>
                <a:gd name="connsiteX0" fmla="*/ 0 w 337511"/>
                <a:gd name="connsiteY0" fmla="*/ 168756 h 337511"/>
                <a:gd name="connsiteX1" fmla="*/ 168756 w 337511"/>
                <a:gd name="connsiteY1" fmla="*/ 0 h 337511"/>
                <a:gd name="connsiteX2" fmla="*/ 337511 w 337511"/>
                <a:gd name="connsiteY2" fmla="*/ 168756 h 337511"/>
                <a:gd name="connsiteX3" fmla="*/ 168756 w 337511"/>
                <a:gd name="connsiteY3" fmla="*/ 337511 h 337511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337511" h="337511" stroke="0">
                  <a:moveTo>
                    <a:pt x="337511" y="337511"/>
                  </a:moveTo>
                  <a:lnTo>
                    <a:pt x="337511" y="0"/>
                  </a:lnTo>
                  <a:lnTo>
                    <a:pt x="0" y="0"/>
                  </a:lnTo>
                  <a:lnTo>
                    <a:pt x="0" y="337511"/>
                  </a:lnTo>
                  <a:lnTo>
                    <a:pt x="337511" y="337511"/>
                  </a:lnTo>
                  <a:close/>
                </a:path>
                <a:path w="337511" h="337511" fill="none">
                  <a:moveTo>
                    <a:pt x="337511" y="337511"/>
                  </a:moveTo>
                  <a:lnTo>
                    <a:pt x="337511" y="0"/>
                  </a:lnTo>
                  <a:lnTo>
                    <a:pt x="0" y="0"/>
                  </a:lnTo>
                  <a:lnTo>
                    <a:pt x="0" y="337511"/>
                  </a:lnTo>
                  <a:lnTo>
                    <a:pt x="337511" y="337511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钒电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3" name="正方形"/>
            <p:cNvSpPr/>
            <p:nvPr/>
          </p:nvSpPr>
          <p:spPr>
            <a:xfrm>
              <a:off x="2926" y="6453"/>
              <a:ext cx="532" cy="532"/>
            </a:xfrm>
            <a:custGeom>
              <a:avLst/>
              <a:gdLst>
                <a:gd name="connsiteX0" fmla="*/ 0 w 337511"/>
                <a:gd name="connsiteY0" fmla="*/ 168756 h 337511"/>
                <a:gd name="connsiteX1" fmla="*/ 168756 w 337511"/>
                <a:gd name="connsiteY1" fmla="*/ 0 h 337511"/>
                <a:gd name="connsiteX2" fmla="*/ 337511 w 337511"/>
                <a:gd name="connsiteY2" fmla="*/ 168756 h 337511"/>
                <a:gd name="connsiteX3" fmla="*/ 168756 w 337511"/>
                <a:gd name="connsiteY3" fmla="*/ 337511 h 337511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337511" h="337511" stroke="0">
                  <a:moveTo>
                    <a:pt x="337511" y="337511"/>
                  </a:moveTo>
                  <a:lnTo>
                    <a:pt x="337511" y="0"/>
                  </a:lnTo>
                  <a:lnTo>
                    <a:pt x="0" y="0"/>
                  </a:lnTo>
                  <a:lnTo>
                    <a:pt x="0" y="337511"/>
                  </a:lnTo>
                  <a:lnTo>
                    <a:pt x="337511" y="337511"/>
                  </a:lnTo>
                  <a:close/>
                </a:path>
                <a:path w="337511" h="337511" fill="none">
                  <a:moveTo>
                    <a:pt x="337511" y="337511"/>
                  </a:moveTo>
                  <a:lnTo>
                    <a:pt x="337511" y="0"/>
                  </a:lnTo>
                  <a:lnTo>
                    <a:pt x="0" y="0"/>
                  </a:lnTo>
                  <a:lnTo>
                    <a:pt x="0" y="337511"/>
                  </a:lnTo>
                  <a:lnTo>
                    <a:pt x="337511" y="337511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钠电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4" name="正方形"/>
            <p:cNvSpPr/>
            <p:nvPr/>
          </p:nvSpPr>
          <p:spPr>
            <a:xfrm>
              <a:off x="2926" y="7356"/>
              <a:ext cx="532" cy="532"/>
            </a:xfrm>
            <a:custGeom>
              <a:avLst/>
              <a:gdLst>
                <a:gd name="connsiteX0" fmla="*/ 0 w 337511"/>
                <a:gd name="connsiteY0" fmla="*/ 168756 h 337511"/>
                <a:gd name="connsiteX1" fmla="*/ 168756 w 337511"/>
                <a:gd name="connsiteY1" fmla="*/ 0 h 337511"/>
                <a:gd name="connsiteX2" fmla="*/ 337511 w 337511"/>
                <a:gd name="connsiteY2" fmla="*/ 168756 h 337511"/>
                <a:gd name="connsiteX3" fmla="*/ 168756 w 337511"/>
                <a:gd name="connsiteY3" fmla="*/ 337511 h 337511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>
                <a:path w="337511" h="337511" stroke="0">
                  <a:moveTo>
                    <a:pt x="337511" y="337511"/>
                  </a:moveTo>
                  <a:lnTo>
                    <a:pt x="337511" y="0"/>
                  </a:lnTo>
                  <a:lnTo>
                    <a:pt x="0" y="0"/>
                  </a:lnTo>
                  <a:lnTo>
                    <a:pt x="0" y="337511"/>
                  </a:lnTo>
                  <a:lnTo>
                    <a:pt x="337511" y="337511"/>
                  </a:lnTo>
                  <a:close/>
                </a:path>
                <a:path w="337511" h="337511" fill="none">
                  <a:moveTo>
                    <a:pt x="337511" y="337511"/>
                  </a:moveTo>
                  <a:lnTo>
                    <a:pt x="337511" y="0"/>
                  </a:lnTo>
                  <a:lnTo>
                    <a:pt x="0" y="0"/>
                  </a:lnTo>
                  <a:lnTo>
                    <a:pt x="0" y="337511"/>
                  </a:lnTo>
                  <a:lnTo>
                    <a:pt x="337511" y="337511"/>
                  </a:lnTo>
                  <a:close/>
                </a:path>
              </a:pathLst>
            </a:custGeom>
            <a:solidFill>
              <a:srgbClr val="FFFFFF"/>
            </a:solidFill>
            <a:ln w="7600" cap="flat">
              <a:solidFill>
                <a:srgbClr val="101843"/>
              </a:solidFill>
              <a:miter/>
            </a:ln>
          </p:spPr>
          <p:txBody>
            <a:bodyPr wrap="square" lIns="38100" tIns="38100" rIns="38100" bIns="38100" rtlCol="0" anchor="ctr"/>
            <a:lstStyle/>
            <a:p>
              <a:pPr algn="ctr"/>
              <a:r>
                <a:rPr lang="zh-CN" altLang="en-US" sz="760" dirty="0">
                  <a:solidFill>
                    <a:srgbClr val="191919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铁硫</a:t>
              </a:r>
              <a:endParaRPr lang="zh-CN" altLang="en-US" sz="760" dirty="0">
                <a:solidFill>
                  <a:srgbClr val="19191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5" name="ConnectLine"/>
            <p:cNvSpPr/>
            <p:nvPr/>
          </p:nvSpPr>
          <p:spPr>
            <a:xfrm>
              <a:off x="3458" y="4973"/>
              <a:ext cx="1631" cy="12"/>
            </a:xfrm>
            <a:custGeom>
              <a:avLst/>
              <a:gdLst/>
              <a:ahLst/>
              <a:cxnLst/>
              <a:rect l="l" t="t" r="r" b="b"/>
              <a:pathLst>
                <a:path w="1035754" h="7600" fill="none">
                  <a:moveTo>
                    <a:pt x="1035754" y="0"/>
                  </a:moveTo>
                  <a:lnTo>
                    <a:pt x="0" y="0"/>
                  </a:lnTo>
                </a:path>
              </a:pathLst>
            </a:custGeom>
            <a:noFill/>
            <a:ln w="7600" cap="flat">
              <a:solidFill>
                <a:srgbClr val="191919"/>
              </a:solidFill>
              <a:miter/>
              <a:tailEnd type="triangle" w="med" len="med"/>
            </a:ln>
          </p:spPr>
        </p:sp>
        <p:sp>
          <p:nvSpPr>
            <p:cNvPr id="120" name="ConnectLine"/>
            <p:cNvSpPr/>
            <p:nvPr/>
          </p:nvSpPr>
          <p:spPr>
            <a:xfrm>
              <a:off x="3458" y="4973"/>
              <a:ext cx="1631" cy="843"/>
            </a:xfrm>
            <a:custGeom>
              <a:avLst/>
              <a:gdLst/>
              <a:ahLst/>
              <a:cxnLst/>
              <a:rect l="l" t="t" r="r" b="b"/>
              <a:pathLst>
                <a:path w="1035754" h="535479" fill="none">
                  <a:moveTo>
                    <a:pt x="1035754" y="0"/>
                  </a:moveTo>
                  <a:lnTo>
                    <a:pt x="287244" y="0"/>
                  </a:lnTo>
                  <a:lnTo>
                    <a:pt x="287244" y="535479"/>
                  </a:lnTo>
                  <a:lnTo>
                    <a:pt x="0" y="535479"/>
                  </a:lnTo>
                </a:path>
              </a:pathLst>
            </a:custGeom>
            <a:noFill/>
            <a:ln w="7600" cap="flat">
              <a:solidFill>
                <a:srgbClr val="191919"/>
              </a:solidFill>
              <a:miter/>
              <a:tailEnd type="triangle" w="med" len="med"/>
            </a:ln>
          </p:spPr>
        </p:sp>
        <p:sp>
          <p:nvSpPr>
            <p:cNvPr id="121" name="ConnectLine"/>
            <p:cNvSpPr/>
            <p:nvPr/>
          </p:nvSpPr>
          <p:spPr>
            <a:xfrm>
              <a:off x="3458" y="4973"/>
              <a:ext cx="1631" cy="1746"/>
            </a:xfrm>
            <a:custGeom>
              <a:avLst/>
              <a:gdLst/>
              <a:ahLst/>
              <a:cxnLst/>
              <a:rect l="l" t="t" r="r" b="b"/>
              <a:pathLst>
                <a:path w="1035754" h="1108914" fill="none">
                  <a:moveTo>
                    <a:pt x="1035754" y="0"/>
                  </a:moveTo>
                  <a:lnTo>
                    <a:pt x="574488" y="0"/>
                  </a:lnTo>
                  <a:lnTo>
                    <a:pt x="574488" y="1108914"/>
                  </a:lnTo>
                  <a:lnTo>
                    <a:pt x="0" y="1108914"/>
                  </a:lnTo>
                </a:path>
              </a:pathLst>
            </a:custGeom>
            <a:noFill/>
            <a:ln w="7600" cap="flat">
              <a:solidFill>
                <a:srgbClr val="191919"/>
              </a:solidFill>
              <a:miter/>
              <a:tailEnd type="triangle" w="med" len="med"/>
            </a:ln>
          </p:spPr>
        </p:sp>
        <p:sp>
          <p:nvSpPr>
            <p:cNvPr id="122" name="ConnectLine"/>
            <p:cNvSpPr/>
            <p:nvPr/>
          </p:nvSpPr>
          <p:spPr>
            <a:xfrm>
              <a:off x="3458" y="4973"/>
              <a:ext cx="1631" cy="2649"/>
            </a:xfrm>
            <a:custGeom>
              <a:avLst/>
              <a:gdLst/>
              <a:ahLst/>
              <a:cxnLst/>
              <a:rect l="l" t="t" r="r" b="b"/>
              <a:pathLst>
                <a:path w="1035754" h="1682349" fill="none">
                  <a:moveTo>
                    <a:pt x="1035754" y="0"/>
                  </a:moveTo>
                  <a:lnTo>
                    <a:pt x="825827" y="0"/>
                  </a:lnTo>
                  <a:lnTo>
                    <a:pt x="825827" y="1682349"/>
                  </a:lnTo>
                  <a:lnTo>
                    <a:pt x="0" y="1682349"/>
                  </a:lnTo>
                </a:path>
              </a:pathLst>
            </a:custGeom>
            <a:noFill/>
            <a:ln w="7600" cap="flat">
              <a:solidFill>
                <a:srgbClr val="191919"/>
              </a:solidFill>
              <a:miter/>
              <a:tailEnd type="triangle" w="med" len="med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Slides</Application>
  <PresentationFormat>0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Segoe UI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fly10</dc:creator>
  <cp:lastModifiedBy>fly10</cp:lastModifiedBy>
  <cp:revision>2</cp:revision>
  <dcterms:created xsi:type="dcterms:W3CDTF">2026-01-02T17:05:00Z</dcterms:created>
  <dcterms:modified xsi:type="dcterms:W3CDTF">2026-01-02T09:10:26Z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524A8757CDD34F298ACEFD3D9C74955D_12</vt:lpwstr>
  </property>
  <property fmtid="{D5CDD505-2E9C-101B-9397-08002B2CF9AE}" pid="3" name="KSOProductBuildVer">
    <vt:lpwstr>1033-12.2.0.20795</vt:lpwstr>
  </property>
</Properties>
</file>